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0" r:id="rId5"/>
    <p:sldId id="261" r:id="rId6"/>
    <p:sldId id="259" r:id="rId7"/>
    <p:sldId id="262" r:id="rId8"/>
    <p:sldId id="263" r:id="rId9"/>
    <p:sldId id="265" r:id="rId10"/>
    <p:sldId id="264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D93315A-15F5-49FC-A413-221BE0DDD290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6CC57FD4-A5D7-4B00-952E-108279EA1CDB}">
      <dgm:prSet custT="1"/>
      <dgm:spPr/>
      <dgm:t>
        <a:bodyPr/>
        <a:lstStyle/>
        <a:p>
          <a:r>
            <a:rPr lang="en-US" sz="2200" b="1" dirty="0">
              <a:latin typeface="Corbel" panose="020B0503020204020204" pitchFamily="34" charset="0"/>
            </a:rPr>
            <a:t>INTRODUCTIONS</a:t>
          </a:r>
          <a:endParaRPr lang="en-US" sz="2200" dirty="0">
            <a:latin typeface="Corbel" panose="020B0503020204020204" pitchFamily="34" charset="0"/>
          </a:endParaRPr>
        </a:p>
      </dgm:t>
    </dgm:pt>
    <dgm:pt modelId="{6A2E5C02-7BDC-4451-84E6-5F493EC6C465}" type="parTrans" cxnId="{5547952F-FB13-44E4-A8F7-BD9FF1908D10}">
      <dgm:prSet/>
      <dgm:spPr/>
      <dgm:t>
        <a:bodyPr/>
        <a:lstStyle/>
        <a:p>
          <a:endParaRPr lang="en-US"/>
        </a:p>
      </dgm:t>
    </dgm:pt>
    <dgm:pt modelId="{E5B11099-B536-46B7-8717-424C4132948B}" type="sibTrans" cxnId="{5547952F-FB13-44E4-A8F7-BD9FF1908D10}">
      <dgm:prSet/>
      <dgm:spPr/>
      <dgm:t>
        <a:bodyPr/>
        <a:lstStyle/>
        <a:p>
          <a:endParaRPr lang="en-US"/>
        </a:p>
      </dgm:t>
    </dgm:pt>
    <dgm:pt modelId="{4E2A97C9-3C78-4C26-BD98-7BC1C54F7BC5}">
      <dgm:prSet custT="1"/>
      <dgm:spPr/>
      <dgm:t>
        <a:bodyPr/>
        <a:lstStyle/>
        <a:p>
          <a:r>
            <a:rPr lang="en-US" sz="2200" b="1" dirty="0">
              <a:latin typeface="Corbel" panose="020B0503020204020204" pitchFamily="34" charset="0"/>
            </a:rPr>
            <a:t>CLIENT ENGAGEMENT: GREET &amp; MEET SESSIONS</a:t>
          </a:r>
          <a:endParaRPr lang="en-US" sz="2200" dirty="0">
            <a:latin typeface="Corbel" panose="020B0503020204020204" pitchFamily="34" charset="0"/>
          </a:endParaRPr>
        </a:p>
      </dgm:t>
    </dgm:pt>
    <dgm:pt modelId="{5BC82ED4-D7E0-402F-9E7E-5EE2C674D244}" type="parTrans" cxnId="{492FC17E-AB45-40BD-B203-9CE2407E29E5}">
      <dgm:prSet/>
      <dgm:spPr/>
      <dgm:t>
        <a:bodyPr/>
        <a:lstStyle/>
        <a:p>
          <a:endParaRPr lang="en-US"/>
        </a:p>
      </dgm:t>
    </dgm:pt>
    <dgm:pt modelId="{8A0BCE4F-2C45-44C4-BA84-5C13EBA1DE53}" type="sibTrans" cxnId="{492FC17E-AB45-40BD-B203-9CE2407E29E5}">
      <dgm:prSet/>
      <dgm:spPr/>
      <dgm:t>
        <a:bodyPr/>
        <a:lstStyle/>
        <a:p>
          <a:endParaRPr lang="en-US"/>
        </a:p>
      </dgm:t>
    </dgm:pt>
    <dgm:pt modelId="{F7605367-79C3-4E96-9510-00C7855F7B9F}">
      <dgm:prSet custT="1"/>
      <dgm:spPr/>
      <dgm:t>
        <a:bodyPr/>
        <a:lstStyle/>
        <a:p>
          <a:r>
            <a:rPr lang="en-US" sz="2200" b="1" dirty="0">
              <a:latin typeface="Corbel" panose="020B0503020204020204" pitchFamily="34" charset="0"/>
            </a:rPr>
            <a:t>INTENDED UPCOMING CLIENT TRAININGS</a:t>
          </a:r>
          <a:endParaRPr lang="en-US" sz="2200" dirty="0">
            <a:latin typeface="Corbel" panose="020B0503020204020204" pitchFamily="34" charset="0"/>
          </a:endParaRPr>
        </a:p>
      </dgm:t>
    </dgm:pt>
    <dgm:pt modelId="{A64B4A1E-83A4-4173-A210-9F31E15354B4}" type="parTrans" cxnId="{0D4A45A7-4847-4AD0-8BBB-68A055D31065}">
      <dgm:prSet/>
      <dgm:spPr/>
      <dgm:t>
        <a:bodyPr/>
        <a:lstStyle/>
        <a:p>
          <a:endParaRPr lang="en-US"/>
        </a:p>
      </dgm:t>
    </dgm:pt>
    <dgm:pt modelId="{C1E70D1A-CAB2-475F-85C3-5A799C48660F}" type="sibTrans" cxnId="{0D4A45A7-4847-4AD0-8BBB-68A055D31065}">
      <dgm:prSet/>
      <dgm:spPr/>
      <dgm:t>
        <a:bodyPr/>
        <a:lstStyle/>
        <a:p>
          <a:endParaRPr lang="en-US"/>
        </a:p>
      </dgm:t>
    </dgm:pt>
    <dgm:pt modelId="{8F785892-D871-4427-A081-1470F0B71CED}">
      <dgm:prSet custT="1"/>
      <dgm:spPr/>
      <dgm:t>
        <a:bodyPr/>
        <a:lstStyle/>
        <a:p>
          <a:r>
            <a:rPr lang="en-US" sz="2200" b="1" dirty="0">
              <a:latin typeface="Corbel" panose="020B0503020204020204" pitchFamily="34" charset="0"/>
            </a:rPr>
            <a:t>ACTIVE LEADS &amp; PIPELINES</a:t>
          </a:r>
          <a:endParaRPr lang="en-US" sz="2200" dirty="0">
            <a:latin typeface="Corbel" panose="020B0503020204020204" pitchFamily="34" charset="0"/>
          </a:endParaRPr>
        </a:p>
      </dgm:t>
    </dgm:pt>
    <dgm:pt modelId="{80B1338A-39C3-4A8E-9CC2-669FB832C60C}" type="parTrans" cxnId="{8D99CBB8-A3EC-43D1-8751-2D97AD13056A}">
      <dgm:prSet/>
      <dgm:spPr/>
      <dgm:t>
        <a:bodyPr/>
        <a:lstStyle/>
        <a:p>
          <a:endParaRPr lang="en-US"/>
        </a:p>
      </dgm:t>
    </dgm:pt>
    <dgm:pt modelId="{8A8D8488-86FC-441C-A390-38EA5B06C5EE}" type="sibTrans" cxnId="{8D99CBB8-A3EC-43D1-8751-2D97AD13056A}">
      <dgm:prSet/>
      <dgm:spPr/>
      <dgm:t>
        <a:bodyPr/>
        <a:lstStyle/>
        <a:p>
          <a:endParaRPr lang="en-US"/>
        </a:p>
      </dgm:t>
    </dgm:pt>
    <dgm:pt modelId="{A180DBE5-E710-4C07-BD1D-DF9A5D0B9EEE}" type="pres">
      <dgm:prSet presAssocID="{BD93315A-15F5-49FC-A413-221BE0DDD29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F6FA25B7-CC09-4D8B-A465-49A3B85DFAA2}" type="pres">
      <dgm:prSet presAssocID="{6CC57FD4-A5D7-4B00-952E-108279EA1CDB}" presName="hierRoot1" presStyleCnt="0"/>
      <dgm:spPr/>
    </dgm:pt>
    <dgm:pt modelId="{8848B597-53A2-4258-9832-D0A19295A76A}" type="pres">
      <dgm:prSet presAssocID="{6CC57FD4-A5D7-4B00-952E-108279EA1CDB}" presName="composite" presStyleCnt="0"/>
      <dgm:spPr/>
    </dgm:pt>
    <dgm:pt modelId="{0FEF5155-6B58-47C8-A2AA-9DA00E9912FF}" type="pres">
      <dgm:prSet presAssocID="{6CC57FD4-A5D7-4B00-952E-108279EA1CDB}" presName="background" presStyleLbl="node0" presStyleIdx="0" presStyleCnt="4"/>
      <dgm:spPr/>
    </dgm:pt>
    <dgm:pt modelId="{1771C521-B919-4569-8E2A-5B1EB9BD20C0}" type="pres">
      <dgm:prSet presAssocID="{6CC57FD4-A5D7-4B00-952E-108279EA1CDB}" presName="text" presStyleLbl="fgAcc0" presStyleIdx="0" presStyleCnt="4" custScaleX="105679">
        <dgm:presLayoutVars>
          <dgm:chPref val="3"/>
        </dgm:presLayoutVars>
      </dgm:prSet>
      <dgm:spPr/>
    </dgm:pt>
    <dgm:pt modelId="{11CDBB46-8C76-425F-8C94-932551528E6D}" type="pres">
      <dgm:prSet presAssocID="{6CC57FD4-A5D7-4B00-952E-108279EA1CDB}" presName="hierChild2" presStyleCnt="0"/>
      <dgm:spPr/>
    </dgm:pt>
    <dgm:pt modelId="{DBD892DE-BDF8-4B12-BC1C-E43723915645}" type="pres">
      <dgm:prSet presAssocID="{4E2A97C9-3C78-4C26-BD98-7BC1C54F7BC5}" presName="hierRoot1" presStyleCnt="0"/>
      <dgm:spPr/>
    </dgm:pt>
    <dgm:pt modelId="{9998BB44-EE8A-41E2-8895-0BA25AAF2F49}" type="pres">
      <dgm:prSet presAssocID="{4E2A97C9-3C78-4C26-BD98-7BC1C54F7BC5}" presName="composite" presStyleCnt="0"/>
      <dgm:spPr/>
    </dgm:pt>
    <dgm:pt modelId="{A6CBD957-87B7-4669-9804-D15A4CE637D3}" type="pres">
      <dgm:prSet presAssocID="{4E2A97C9-3C78-4C26-BD98-7BC1C54F7BC5}" presName="background" presStyleLbl="node0" presStyleIdx="1" presStyleCnt="4"/>
      <dgm:spPr/>
    </dgm:pt>
    <dgm:pt modelId="{D2287979-1813-48DB-8132-CA84A5F11A7F}" type="pres">
      <dgm:prSet presAssocID="{4E2A97C9-3C78-4C26-BD98-7BC1C54F7BC5}" presName="text" presStyleLbl="fgAcc0" presStyleIdx="1" presStyleCnt="4">
        <dgm:presLayoutVars>
          <dgm:chPref val="3"/>
        </dgm:presLayoutVars>
      </dgm:prSet>
      <dgm:spPr/>
    </dgm:pt>
    <dgm:pt modelId="{253189C1-6797-46BB-8C61-50941C541489}" type="pres">
      <dgm:prSet presAssocID="{4E2A97C9-3C78-4C26-BD98-7BC1C54F7BC5}" presName="hierChild2" presStyleCnt="0"/>
      <dgm:spPr/>
    </dgm:pt>
    <dgm:pt modelId="{BBCED8CA-A33B-4C36-9CEA-D3195D84A3A3}" type="pres">
      <dgm:prSet presAssocID="{F7605367-79C3-4E96-9510-00C7855F7B9F}" presName="hierRoot1" presStyleCnt="0"/>
      <dgm:spPr/>
    </dgm:pt>
    <dgm:pt modelId="{B727E38B-0EC4-45DE-8974-FFEB9BB0AE61}" type="pres">
      <dgm:prSet presAssocID="{F7605367-79C3-4E96-9510-00C7855F7B9F}" presName="composite" presStyleCnt="0"/>
      <dgm:spPr/>
    </dgm:pt>
    <dgm:pt modelId="{38E1DA29-2DC1-4698-8B08-338C967E5C8D}" type="pres">
      <dgm:prSet presAssocID="{F7605367-79C3-4E96-9510-00C7855F7B9F}" presName="background" presStyleLbl="node0" presStyleIdx="2" presStyleCnt="4"/>
      <dgm:spPr/>
    </dgm:pt>
    <dgm:pt modelId="{CCF73484-BEDE-4ABB-AAF8-4D897EA978E5}" type="pres">
      <dgm:prSet presAssocID="{F7605367-79C3-4E96-9510-00C7855F7B9F}" presName="text" presStyleLbl="fgAcc0" presStyleIdx="2" presStyleCnt="4">
        <dgm:presLayoutVars>
          <dgm:chPref val="3"/>
        </dgm:presLayoutVars>
      </dgm:prSet>
      <dgm:spPr/>
    </dgm:pt>
    <dgm:pt modelId="{038BF7CB-A734-4CAD-B550-090AD081C01A}" type="pres">
      <dgm:prSet presAssocID="{F7605367-79C3-4E96-9510-00C7855F7B9F}" presName="hierChild2" presStyleCnt="0"/>
      <dgm:spPr/>
    </dgm:pt>
    <dgm:pt modelId="{787BD7B6-A9B6-4FE2-9117-7F4DD268A726}" type="pres">
      <dgm:prSet presAssocID="{8F785892-D871-4427-A081-1470F0B71CED}" presName="hierRoot1" presStyleCnt="0"/>
      <dgm:spPr/>
    </dgm:pt>
    <dgm:pt modelId="{568FD118-E7B0-409F-BB86-0B703E062418}" type="pres">
      <dgm:prSet presAssocID="{8F785892-D871-4427-A081-1470F0B71CED}" presName="composite" presStyleCnt="0"/>
      <dgm:spPr/>
    </dgm:pt>
    <dgm:pt modelId="{CF13097D-28A5-40EF-997F-930E45501749}" type="pres">
      <dgm:prSet presAssocID="{8F785892-D871-4427-A081-1470F0B71CED}" presName="background" presStyleLbl="node0" presStyleIdx="3" presStyleCnt="4"/>
      <dgm:spPr/>
    </dgm:pt>
    <dgm:pt modelId="{F8132C1C-57EB-4096-8DCD-5CA9502D9802}" type="pres">
      <dgm:prSet presAssocID="{8F785892-D871-4427-A081-1470F0B71CED}" presName="text" presStyleLbl="fgAcc0" presStyleIdx="3" presStyleCnt="4">
        <dgm:presLayoutVars>
          <dgm:chPref val="3"/>
        </dgm:presLayoutVars>
      </dgm:prSet>
      <dgm:spPr/>
    </dgm:pt>
    <dgm:pt modelId="{F655FC54-B95F-47DA-9F10-70A128ADF503}" type="pres">
      <dgm:prSet presAssocID="{8F785892-D871-4427-A081-1470F0B71CED}" presName="hierChild2" presStyleCnt="0"/>
      <dgm:spPr/>
    </dgm:pt>
  </dgm:ptLst>
  <dgm:cxnLst>
    <dgm:cxn modelId="{5547952F-FB13-44E4-A8F7-BD9FF1908D10}" srcId="{BD93315A-15F5-49FC-A413-221BE0DDD290}" destId="{6CC57FD4-A5D7-4B00-952E-108279EA1CDB}" srcOrd="0" destOrd="0" parTransId="{6A2E5C02-7BDC-4451-84E6-5F493EC6C465}" sibTransId="{E5B11099-B536-46B7-8717-424C4132948B}"/>
    <dgm:cxn modelId="{B747897C-F434-4097-A150-1DA7430BF341}" type="presOf" srcId="{4E2A97C9-3C78-4C26-BD98-7BC1C54F7BC5}" destId="{D2287979-1813-48DB-8132-CA84A5F11A7F}" srcOrd="0" destOrd="0" presId="urn:microsoft.com/office/officeart/2005/8/layout/hierarchy1"/>
    <dgm:cxn modelId="{492FC17E-AB45-40BD-B203-9CE2407E29E5}" srcId="{BD93315A-15F5-49FC-A413-221BE0DDD290}" destId="{4E2A97C9-3C78-4C26-BD98-7BC1C54F7BC5}" srcOrd="1" destOrd="0" parTransId="{5BC82ED4-D7E0-402F-9E7E-5EE2C674D244}" sibTransId="{8A0BCE4F-2C45-44C4-BA84-5C13EBA1DE53}"/>
    <dgm:cxn modelId="{EE27459E-6D71-4D90-99A4-C51BD2113AEE}" type="presOf" srcId="{6CC57FD4-A5D7-4B00-952E-108279EA1CDB}" destId="{1771C521-B919-4569-8E2A-5B1EB9BD20C0}" srcOrd="0" destOrd="0" presId="urn:microsoft.com/office/officeart/2005/8/layout/hierarchy1"/>
    <dgm:cxn modelId="{0D4A45A7-4847-4AD0-8BBB-68A055D31065}" srcId="{BD93315A-15F5-49FC-A413-221BE0DDD290}" destId="{F7605367-79C3-4E96-9510-00C7855F7B9F}" srcOrd="2" destOrd="0" parTransId="{A64B4A1E-83A4-4173-A210-9F31E15354B4}" sibTransId="{C1E70D1A-CAB2-475F-85C3-5A799C48660F}"/>
    <dgm:cxn modelId="{9DC765AA-51E0-47BC-9ACC-BF370B831913}" type="presOf" srcId="{F7605367-79C3-4E96-9510-00C7855F7B9F}" destId="{CCF73484-BEDE-4ABB-AAF8-4D897EA978E5}" srcOrd="0" destOrd="0" presId="urn:microsoft.com/office/officeart/2005/8/layout/hierarchy1"/>
    <dgm:cxn modelId="{2ED37EB8-BC09-43F5-A33A-6388A6FA906C}" type="presOf" srcId="{BD93315A-15F5-49FC-A413-221BE0DDD290}" destId="{A180DBE5-E710-4C07-BD1D-DF9A5D0B9EEE}" srcOrd="0" destOrd="0" presId="urn:microsoft.com/office/officeart/2005/8/layout/hierarchy1"/>
    <dgm:cxn modelId="{8D99CBB8-A3EC-43D1-8751-2D97AD13056A}" srcId="{BD93315A-15F5-49FC-A413-221BE0DDD290}" destId="{8F785892-D871-4427-A081-1470F0B71CED}" srcOrd="3" destOrd="0" parTransId="{80B1338A-39C3-4A8E-9CC2-669FB832C60C}" sibTransId="{8A8D8488-86FC-441C-A390-38EA5B06C5EE}"/>
    <dgm:cxn modelId="{EE3456F2-F24F-45E3-BE47-9226C8D23E5A}" type="presOf" srcId="{8F785892-D871-4427-A081-1470F0B71CED}" destId="{F8132C1C-57EB-4096-8DCD-5CA9502D9802}" srcOrd="0" destOrd="0" presId="urn:microsoft.com/office/officeart/2005/8/layout/hierarchy1"/>
    <dgm:cxn modelId="{D84DDA8B-648F-4E14-8EB0-A797CB2B195F}" type="presParOf" srcId="{A180DBE5-E710-4C07-BD1D-DF9A5D0B9EEE}" destId="{F6FA25B7-CC09-4D8B-A465-49A3B85DFAA2}" srcOrd="0" destOrd="0" presId="urn:microsoft.com/office/officeart/2005/8/layout/hierarchy1"/>
    <dgm:cxn modelId="{7BF5BF21-CAE3-4894-8025-EA4025655B30}" type="presParOf" srcId="{F6FA25B7-CC09-4D8B-A465-49A3B85DFAA2}" destId="{8848B597-53A2-4258-9832-D0A19295A76A}" srcOrd="0" destOrd="0" presId="urn:microsoft.com/office/officeart/2005/8/layout/hierarchy1"/>
    <dgm:cxn modelId="{9AD8355D-03C6-4153-9647-176376095166}" type="presParOf" srcId="{8848B597-53A2-4258-9832-D0A19295A76A}" destId="{0FEF5155-6B58-47C8-A2AA-9DA00E9912FF}" srcOrd="0" destOrd="0" presId="urn:microsoft.com/office/officeart/2005/8/layout/hierarchy1"/>
    <dgm:cxn modelId="{E01BCDD3-5745-442C-B458-C08AC9B41D94}" type="presParOf" srcId="{8848B597-53A2-4258-9832-D0A19295A76A}" destId="{1771C521-B919-4569-8E2A-5B1EB9BD20C0}" srcOrd="1" destOrd="0" presId="urn:microsoft.com/office/officeart/2005/8/layout/hierarchy1"/>
    <dgm:cxn modelId="{2920A19D-CE56-4544-BBCA-2ADE18907A3B}" type="presParOf" srcId="{F6FA25B7-CC09-4D8B-A465-49A3B85DFAA2}" destId="{11CDBB46-8C76-425F-8C94-932551528E6D}" srcOrd="1" destOrd="0" presId="urn:microsoft.com/office/officeart/2005/8/layout/hierarchy1"/>
    <dgm:cxn modelId="{4D69D27C-4D3B-4FF5-8FBF-2682D8DD7FF7}" type="presParOf" srcId="{A180DBE5-E710-4C07-BD1D-DF9A5D0B9EEE}" destId="{DBD892DE-BDF8-4B12-BC1C-E43723915645}" srcOrd="1" destOrd="0" presId="urn:microsoft.com/office/officeart/2005/8/layout/hierarchy1"/>
    <dgm:cxn modelId="{30199E16-B1B7-4041-A79D-710380B5C93D}" type="presParOf" srcId="{DBD892DE-BDF8-4B12-BC1C-E43723915645}" destId="{9998BB44-EE8A-41E2-8895-0BA25AAF2F49}" srcOrd="0" destOrd="0" presId="urn:microsoft.com/office/officeart/2005/8/layout/hierarchy1"/>
    <dgm:cxn modelId="{3AE67A9E-9C2F-45B8-996E-D8DBC0914697}" type="presParOf" srcId="{9998BB44-EE8A-41E2-8895-0BA25AAF2F49}" destId="{A6CBD957-87B7-4669-9804-D15A4CE637D3}" srcOrd="0" destOrd="0" presId="urn:microsoft.com/office/officeart/2005/8/layout/hierarchy1"/>
    <dgm:cxn modelId="{8C4307DC-004F-4893-AABD-05A35EFF9673}" type="presParOf" srcId="{9998BB44-EE8A-41E2-8895-0BA25AAF2F49}" destId="{D2287979-1813-48DB-8132-CA84A5F11A7F}" srcOrd="1" destOrd="0" presId="urn:microsoft.com/office/officeart/2005/8/layout/hierarchy1"/>
    <dgm:cxn modelId="{E596B420-0850-4993-88F4-5BFC59D661F1}" type="presParOf" srcId="{DBD892DE-BDF8-4B12-BC1C-E43723915645}" destId="{253189C1-6797-46BB-8C61-50941C541489}" srcOrd="1" destOrd="0" presId="urn:microsoft.com/office/officeart/2005/8/layout/hierarchy1"/>
    <dgm:cxn modelId="{5D95E8D6-DF87-46AB-881B-4922D06813E7}" type="presParOf" srcId="{A180DBE5-E710-4C07-BD1D-DF9A5D0B9EEE}" destId="{BBCED8CA-A33B-4C36-9CEA-D3195D84A3A3}" srcOrd="2" destOrd="0" presId="urn:microsoft.com/office/officeart/2005/8/layout/hierarchy1"/>
    <dgm:cxn modelId="{7233EDA0-7A68-4B56-A1B9-3D626BBD5A50}" type="presParOf" srcId="{BBCED8CA-A33B-4C36-9CEA-D3195D84A3A3}" destId="{B727E38B-0EC4-45DE-8974-FFEB9BB0AE61}" srcOrd="0" destOrd="0" presId="urn:microsoft.com/office/officeart/2005/8/layout/hierarchy1"/>
    <dgm:cxn modelId="{127BEA3E-D4AB-4BA1-9BAA-6536D7FCCD37}" type="presParOf" srcId="{B727E38B-0EC4-45DE-8974-FFEB9BB0AE61}" destId="{38E1DA29-2DC1-4698-8B08-338C967E5C8D}" srcOrd="0" destOrd="0" presId="urn:microsoft.com/office/officeart/2005/8/layout/hierarchy1"/>
    <dgm:cxn modelId="{FB9634D9-9284-4936-9B1A-32F5E0B4C823}" type="presParOf" srcId="{B727E38B-0EC4-45DE-8974-FFEB9BB0AE61}" destId="{CCF73484-BEDE-4ABB-AAF8-4D897EA978E5}" srcOrd="1" destOrd="0" presId="urn:microsoft.com/office/officeart/2005/8/layout/hierarchy1"/>
    <dgm:cxn modelId="{F143AFB7-CCA9-479A-88E1-46F9E990D32F}" type="presParOf" srcId="{BBCED8CA-A33B-4C36-9CEA-D3195D84A3A3}" destId="{038BF7CB-A734-4CAD-B550-090AD081C01A}" srcOrd="1" destOrd="0" presId="urn:microsoft.com/office/officeart/2005/8/layout/hierarchy1"/>
    <dgm:cxn modelId="{BED0E70E-1611-4EED-BA90-899E185D5DED}" type="presParOf" srcId="{A180DBE5-E710-4C07-BD1D-DF9A5D0B9EEE}" destId="{787BD7B6-A9B6-4FE2-9117-7F4DD268A726}" srcOrd="3" destOrd="0" presId="urn:microsoft.com/office/officeart/2005/8/layout/hierarchy1"/>
    <dgm:cxn modelId="{D90EABA6-AE59-46C2-B213-233352FEEC4E}" type="presParOf" srcId="{787BD7B6-A9B6-4FE2-9117-7F4DD268A726}" destId="{568FD118-E7B0-409F-BB86-0B703E062418}" srcOrd="0" destOrd="0" presId="urn:microsoft.com/office/officeart/2005/8/layout/hierarchy1"/>
    <dgm:cxn modelId="{76ED6797-2B81-4221-B16A-FF9713035BB9}" type="presParOf" srcId="{568FD118-E7B0-409F-BB86-0B703E062418}" destId="{CF13097D-28A5-40EF-997F-930E45501749}" srcOrd="0" destOrd="0" presId="urn:microsoft.com/office/officeart/2005/8/layout/hierarchy1"/>
    <dgm:cxn modelId="{42C9932B-C2B6-4BAC-AF92-6EE9E23595EB}" type="presParOf" srcId="{568FD118-E7B0-409F-BB86-0B703E062418}" destId="{F8132C1C-57EB-4096-8DCD-5CA9502D9802}" srcOrd="1" destOrd="0" presId="urn:microsoft.com/office/officeart/2005/8/layout/hierarchy1"/>
    <dgm:cxn modelId="{3E42B963-FBDB-4DF6-9D9C-CFE4A2744A07}" type="presParOf" srcId="{787BD7B6-A9B6-4FE2-9117-7F4DD268A726}" destId="{F655FC54-B95F-47DA-9F10-70A128ADF50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CA0B633-0A60-49E6-9A15-B6B57763D585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8B2BE42-04EF-4D4E-9AE2-72DBA1C33E96}">
      <dgm:prSet custT="1"/>
      <dgm:spPr/>
      <dgm:t>
        <a:bodyPr/>
        <a:lstStyle/>
        <a:p>
          <a:r>
            <a:rPr lang="en-US" sz="2500" b="0" i="0" baseline="0" dirty="0">
              <a:latin typeface="Corbel" panose="020B0503020204020204" pitchFamily="34" charset="0"/>
            </a:rPr>
            <a:t>The</a:t>
          </a:r>
          <a:r>
            <a:rPr lang="en-US" sz="2500" b="1" i="0" baseline="0" dirty="0">
              <a:latin typeface="Corbel" panose="020B0503020204020204" pitchFamily="34" charset="0"/>
            </a:rPr>
            <a:t> </a:t>
          </a:r>
          <a:r>
            <a:rPr lang="en-US" sz="2500" b="0" i="0" baseline="0" dirty="0">
              <a:latin typeface="Corbel" panose="020B0503020204020204" pitchFamily="34" charset="0"/>
            </a:rPr>
            <a:t>strategy outlines the engagement plan for our current client portfolio.</a:t>
          </a:r>
          <a:endParaRPr lang="en-US" sz="2500" dirty="0">
            <a:latin typeface="Corbel" panose="020B0503020204020204" pitchFamily="34" charset="0"/>
          </a:endParaRPr>
        </a:p>
      </dgm:t>
    </dgm:pt>
    <dgm:pt modelId="{23E784F9-4489-4766-84E6-86455458C53A}" type="parTrans" cxnId="{275A6F97-A5CE-4C07-8932-89FB6435B2CB}">
      <dgm:prSet/>
      <dgm:spPr/>
      <dgm:t>
        <a:bodyPr/>
        <a:lstStyle/>
        <a:p>
          <a:endParaRPr lang="en-US"/>
        </a:p>
      </dgm:t>
    </dgm:pt>
    <dgm:pt modelId="{2C0E7A0F-3B13-4A28-B799-540FA7D95F64}" type="sibTrans" cxnId="{275A6F97-A5CE-4C07-8932-89FB6435B2CB}">
      <dgm:prSet/>
      <dgm:spPr/>
      <dgm:t>
        <a:bodyPr/>
        <a:lstStyle/>
        <a:p>
          <a:endParaRPr lang="en-US"/>
        </a:p>
      </dgm:t>
    </dgm:pt>
    <dgm:pt modelId="{24A01976-6E1F-4364-AB8C-9AA729E7CBFF}">
      <dgm:prSet custT="1"/>
      <dgm:spPr/>
      <dgm:t>
        <a:bodyPr/>
        <a:lstStyle/>
        <a:p>
          <a:r>
            <a:rPr lang="en-US" sz="1900" b="1" i="0" baseline="0" dirty="0">
              <a:latin typeface="Corbel" panose="020B0503020204020204" pitchFamily="34" charset="0"/>
            </a:rPr>
            <a:t>Our focus is to:</a:t>
          </a:r>
          <a:endParaRPr lang="en-US" sz="1900" dirty="0">
            <a:latin typeface="Corbel" panose="020B0503020204020204" pitchFamily="34" charset="0"/>
          </a:endParaRPr>
        </a:p>
      </dgm:t>
    </dgm:pt>
    <dgm:pt modelId="{696CC3FC-55A7-4C87-A6F4-89DA37AB0ED7}" type="parTrans" cxnId="{D45ECE58-6D04-4BE1-9F3F-F1EBD1810A7A}">
      <dgm:prSet/>
      <dgm:spPr/>
      <dgm:t>
        <a:bodyPr/>
        <a:lstStyle/>
        <a:p>
          <a:endParaRPr lang="en-US"/>
        </a:p>
      </dgm:t>
    </dgm:pt>
    <dgm:pt modelId="{D0429DBF-5EC4-497C-ABA8-849092A29113}" type="sibTrans" cxnId="{D45ECE58-6D04-4BE1-9F3F-F1EBD1810A7A}">
      <dgm:prSet/>
      <dgm:spPr/>
      <dgm:t>
        <a:bodyPr/>
        <a:lstStyle/>
        <a:p>
          <a:endParaRPr lang="en-US"/>
        </a:p>
      </dgm:t>
    </dgm:pt>
    <dgm:pt modelId="{EAA5E475-D6DE-4444-AE04-E668DA124372}">
      <dgm:prSet custT="1"/>
      <dgm:spPr/>
      <dgm:t>
        <a:bodyPr/>
        <a:lstStyle/>
        <a:p>
          <a:r>
            <a:rPr lang="en-US" sz="1900" b="0" i="0" baseline="0" dirty="0">
              <a:latin typeface="Corbel" panose="020B0503020204020204" pitchFamily="34" charset="0"/>
            </a:rPr>
            <a:t>Strengthen collaboration.</a:t>
          </a:r>
          <a:endParaRPr lang="en-US" sz="1900" dirty="0">
            <a:latin typeface="Corbel" panose="020B0503020204020204" pitchFamily="34" charset="0"/>
          </a:endParaRPr>
        </a:p>
      </dgm:t>
    </dgm:pt>
    <dgm:pt modelId="{62B33F1B-D1B8-4794-8BEC-7F51844D61C9}" type="parTrans" cxnId="{1AD7BC66-3E89-4F00-AC71-21B9169713C4}">
      <dgm:prSet/>
      <dgm:spPr/>
      <dgm:t>
        <a:bodyPr/>
        <a:lstStyle/>
        <a:p>
          <a:endParaRPr lang="en-US"/>
        </a:p>
      </dgm:t>
    </dgm:pt>
    <dgm:pt modelId="{A1E45051-0EA4-46FE-88F1-BE4A519B73E7}" type="sibTrans" cxnId="{1AD7BC66-3E89-4F00-AC71-21B9169713C4}">
      <dgm:prSet/>
      <dgm:spPr/>
      <dgm:t>
        <a:bodyPr/>
        <a:lstStyle/>
        <a:p>
          <a:endParaRPr lang="en-US"/>
        </a:p>
      </dgm:t>
    </dgm:pt>
    <dgm:pt modelId="{30808BAE-EE6B-46FF-A5DC-DBB5B0E08604}">
      <dgm:prSet custT="1"/>
      <dgm:spPr/>
      <dgm:t>
        <a:bodyPr/>
        <a:lstStyle/>
        <a:p>
          <a:r>
            <a:rPr lang="en-US" sz="1900" b="0" i="0" baseline="0" dirty="0">
              <a:latin typeface="Corbel" panose="020B0503020204020204" pitchFamily="34" charset="0"/>
            </a:rPr>
            <a:t>Reinforce our position as a preferred partner.</a:t>
          </a:r>
          <a:endParaRPr lang="en-US" sz="1900" dirty="0">
            <a:latin typeface="Corbel" panose="020B0503020204020204" pitchFamily="34" charset="0"/>
          </a:endParaRPr>
        </a:p>
      </dgm:t>
    </dgm:pt>
    <dgm:pt modelId="{D312CE26-7260-4E06-A699-00C0D869184D}" type="parTrans" cxnId="{D88DA986-0E20-4F5F-B786-DF52AB0C008E}">
      <dgm:prSet/>
      <dgm:spPr/>
      <dgm:t>
        <a:bodyPr/>
        <a:lstStyle/>
        <a:p>
          <a:endParaRPr lang="en-US"/>
        </a:p>
      </dgm:t>
    </dgm:pt>
    <dgm:pt modelId="{9C7AF3BB-8B05-4BA0-87A9-F38123600DAA}" type="sibTrans" cxnId="{D88DA986-0E20-4F5F-B786-DF52AB0C008E}">
      <dgm:prSet/>
      <dgm:spPr/>
      <dgm:t>
        <a:bodyPr/>
        <a:lstStyle/>
        <a:p>
          <a:endParaRPr lang="en-US"/>
        </a:p>
      </dgm:t>
    </dgm:pt>
    <dgm:pt modelId="{DB35B6BB-258A-4297-963D-5ED086150CBC}">
      <dgm:prSet custT="1"/>
      <dgm:spPr/>
      <dgm:t>
        <a:bodyPr/>
        <a:lstStyle/>
        <a:p>
          <a:r>
            <a:rPr lang="en-US" sz="1700" b="1" i="0" baseline="0" dirty="0">
              <a:latin typeface="Corbel" panose="020B0503020204020204" pitchFamily="34" charset="0"/>
            </a:rPr>
            <a:t>Approach:</a:t>
          </a:r>
          <a:endParaRPr lang="en-US" sz="1700" dirty="0">
            <a:latin typeface="Corbel" panose="020B0503020204020204" pitchFamily="34" charset="0"/>
          </a:endParaRPr>
        </a:p>
      </dgm:t>
    </dgm:pt>
    <dgm:pt modelId="{EDF16F07-F7B8-448B-B751-D6A40E0745BF}" type="parTrans" cxnId="{B477D360-61A8-49B5-88FE-230AD2D10AC6}">
      <dgm:prSet/>
      <dgm:spPr/>
      <dgm:t>
        <a:bodyPr/>
        <a:lstStyle/>
        <a:p>
          <a:endParaRPr lang="en-US"/>
        </a:p>
      </dgm:t>
    </dgm:pt>
    <dgm:pt modelId="{EC95D480-99C6-44DE-8E3F-371E15B5A238}" type="sibTrans" cxnId="{B477D360-61A8-49B5-88FE-230AD2D10AC6}">
      <dgm:prSet/>
      <dgm:spPr/>
      <dgm:t>
        <a:bodyPr/>
        <a:lstStyle/>
        <a:p>
          <a:endParaRPr lang="en-US"/>
        </a:p>
      </dgm:t>
    </dgm:pt>
    <dgm:pt modelId="{961F8099-6E69-424B-9C36-74C4D574C8D3}">
      <dgm:prSet custT="1"/>
      <dgm:spPr/>
      <dgm:t>
        <a:bodyPr/>
        <a:lstStyle/>
        <a:p>
          <a:r>
            <a:rPr lang="en-US" sz="1700" b="0" i="0" baseline="0" dirty="0">
              <a:latin typeface="Corbel" panose="020B0503020204020204" pitchFamily="34" charset="0"/>
            </a:rPr>
            <a:t>Build stronger communication and collaboration with clients.</a:t>
          </a:r>
          <a:endParaRPr lang="en-US" sz="1700" dirty="0">
            <a:latin typeface="Corbel" panose="020B0503020204020204" pitchFamily="34" charset="0"/>
          </a:endParaRPr>
        </a:p>
      </dgm:t>
    </dgm:pt>
    <dgm:pt modelId="{E33EAF37-304E-4C02-BF3D-263AD729B36F}" type="parTrans" cxnId="{3306CEBA-5488-483B-B624-9C9C7258193B}">
      <dgm:prSet/>
      <dgm:spPr/>
      <dgm:t>
        <a:bodyPr/>
        <a:lstStyle/>
        <a:p>
          <a:endParaRPr lang="en-US"/>
        </a:p>
      </dgm:t>
    </dgm:pt>
    <dgm:pt modelId="{FC717686-0A36-4EA4-9C4F-4094CBAB22EE}" type="sibTrans" cxnId="{3306CEBA-5488-483B-B624-9C9C7258193B}">
      <dgm:prSet/>
      <dgm:spPr/>
      <dgm:t>
        <a:bodyPr/>
        <a:lstStyle/>
        <a:p>
          <a:endParaRPr lang="en-US"/>
        </a:p>
      </dgm:t>
    </dgm:pt>
    <dgm:pt modelId="{D6D0261F-F9B7-4897-AB6B-B16661ED7B9B}">
      <dgm:prSet custT="1"/>
      <dgm:spPr/>
      <dgm:t>
        <a:bodyPr/>
        <a:lstStyle/>
        <a:p>
          <a:r>
            <a:rPr lang="en-US" sz="1700" b="0" i="0" baseline="0" dirty="0">
              <a:latin typeface="Corbel" panose="020B0503020204020204" pitchFamily="34" charset="0"/>
            </a:rPr>
            <a:t>Create an opportunity to discuss future support and service improvements.</a:t>
          </a:r>
          <a:endParaRPr lang="en-US" sz="1700" dirty="0">
            <a:latin typeface="Corbel" panose="020B0503020204020204" pitchFamily="34" charset="0"/>
          </a:endParaRPr>
        </a:p>
      </dgm:t>
    </dgm:pt>
    <dgm:pt modelId="{2E58AA47-ABA6-471F-8E31-53AB2EC487C9}" type="parTrans" cxnId="{3E1AF0D1-B5F9-429D-BF8D-544D39C03157}">
      <dgm:prSet/>
      <dgm:spPr/>
      <dgm:t>
        <a:bodyPr/>
        <a:lstStyle/>
        <a:p>
          <a:endParaRPr lang="en-US"/>
        </a:p>
      </dgm:t>
    </dgm:pt>
    <dgm:pt modelId="{A7F10724-9D03-4708-B9D4-B3B09958ECD2}" type="sibTrans" cxnId="{3E1AF0D1-B5F9-429D-BF8D-544D39C03157}">
      <dgm:prSet/>
      <dgm:spPr/>
      <dgm:t>
        <a:bodyPr/>
        <a:lstStyle/>
        <a:p>
          <a:endParaRPr lang="en-US"/>
        </a:p>
      </dgm:t>
    </dgm:pt>
    <dgm:pt modelId="{C1E78AAE-524B-476F-81BA-C859E76CBF67}">
      <dgm:prSet custT="1"/>
      <dgm:spPr/>
      <dgm:t>
        <a:bodyPr/>
        <a:lstStyle/>
        <a:p>
          <a:endParaRPr lang="en-US" sz="1700" dirty="0">
            <a:latin typeface="Corbel" panose="020B0503020204020204" pitchFamily="34" charset="0"/>
          </a:endParaRPr>
        </a:p>
      </dgm:t>
    </dgm:pt>
    <dgm:pt modelId="{04E81024-1B19-49F0-ADEB-07BE6B9AF151}" type="parTrans" cxnId="{1FCE0CBC-EA16-4114-96C6-3987CDFD4284}">
      <dgm:prSet/>
      <dgm:spPr/>
      <dgm:t>
        <a:bodyPr/>
        <a:lstStyle/>
        <a:p>
          <a:endParaRPr lang="en-GB"/>
        </a:p>
      </dgm:t>
    </dgm:pt>
    <dgm:pt modelId="{C7B82505-EC2F-418F-968B-B99C86651955}" type="sibTrans" cxnId="{1FCE0CBC-EA16-4114-96C6-3987CDFD4284}">
      <dgm:prSet/>
      <dgm:spPr/>
      <dgm:t>
        <a:bodyPr/>
        <a:lstStyle/>
        <a:p>
          <a:endParaRPr lang="en-GB"/>
        </a:p>
      </dgm:t>
    </dgm:pt>
    <dgm:pt modelId="{1CF0D56B-7052-42F7-8DA8-3564E26C1035}" type="pres">
      <dgm:prSet presAssocID="{6CA0B633-0A60-49E6-9A15-B6B57763D585}" presName="Name0" presStyleCnt="0">
        <dgm:presLayoutVars>
          <dgm:dir/>
          <dgm:resizeHandles val="exact"/>
        </dgm:presLayoutVars>
      </dgm:prSet>
      <dgm:spPr/>
    </dgm:pt>
    <dgm:pt modelId="{FAB5D9DC-5905-4506-BF2C-26F0D05A6E82}" type="pres">
      <dgm:prSet presAssocID="{58B2BE42-04EF-4D4E-9AE2-72DBA1C33E96}" presName="node" presStyleLbl="node1" presStyleIdx="0" presStyleCnt="3">
        <dgm:presLayoutVars>
          <dgm:bulletEnabled val="1"/>
        </dgm:presLayoutVars>
      </dgm:prSet>
      <dgm:spPr/>
    </dgm:pt>
    <dgm:pt modelId="{DDCEC2AF-B4CD-4645-9958-20AA8F4CC3D8}" type="pres">
      <dgm:prSet presAssocID="{2C0E7A0F-3B13-4A28-B799-540FA7D95F64}" presName="sibTrans" presStyleLbl="sibTrans1D1" presStyleIdx="0" presStyleCnt="2"/>
      <dgm:spPr/>
    </dgm:pt>
    <dgm:pt modelId="{2ED42E2D-2BDF-413D-A5C9-26474D43E2C7}" type="pres">
      <dgm:prSet presAssocID="{2C0E7A0F-3B13-4A28-B799-540FA7D95F64}" presName="connectorText" presStyleLbl="sibTrans1D1" presStyleIdx="0" presStyleCnt="2"/>
      <dgm:spPr/>
    </dgm:pt>
    <dgm:pt modelId="{2A8C290F-A1F5-4BFA-92C3-6307F79719DA}" type="pres">
      <dgm:prSet presAssocID="{24A01976-6E1F-4364-AB8C-9AA729E7CBFF}" presName="node" presStyleLbl="node1" presStyleIdx="1" presStyleCnt="3">
        <dgm:presLayoutVars>
          <dgm:bulletEnabled val="1"/>
        </dgm:presLayoutVars>
      </dgm:prSet>
      <dgm:spPr/>
    </dgm:pt>
    <dgm:pt modelId="{F6604C2E-4A34-4C44-81E0-44FE75633F01}" type="pres">
      <dgm:prSet presAssocID="{D0429DBF-5EC4-497C-ABA8-849092A29113}" presName="sibTrans" presStyleLbl="sibTrans1D1" presStyleIdx="1" presStyleCnt="2"/>
      <dgm:spPr/>
    </dgm:pt>
    <dgm:pt modelId="{207F7E03-7C1E-4154-AEC4-6F2B7707A056}" type="pres">
      <dgm:prSet presAssocID="{D0429DBF-5EC4-497C-ABA8-849092A29113}" presName="connectorText" presStyleLbl="sibTrans1D1" presStyleIdx="1" presStyleCnt="2"/>
      <dgm:spPr/>
    </dgm:pt>
    <dgm:pt modelId="{09BCEDF3-91C1-4E3B-94B2-66CF6B8F531E}" type="pres">
      <dgm:prSet presAssocID="{DB35B6BB-258A-4297-963D-5ED086150CBC}" presName="node" presStyleLbl="node1" presStyleIdx="2" presStyleCnt="3">
        <dgm:presLayoutVars>
          <dgm:bulletEnabled val="1"/>
        </dgm:presLayoutVars>
      </dgm:prSet>
      <dgm:spPr/>
    </dgm:pt>
  </dgm:ptLst>
  <dgm:cxnLst>
    <dgm:cxn modelId="{FC553E3B-600E-4A9B-B7BC-24B5EBF9820E}" type="presOf" srcId="{2C0E7A0F-3B13-4A28-B799-540FA7D95F64}" destId="{2ED42E2D-2BDF-413D-A5C9-26474D43E2C7}" srcOrd="1" destOrd="0" presId="urn:microsoft.com/office/officeart/2016/7/layout/RepeatingBendingProcessNew"/>
    <dgm:cxn modelId="{B477D360-61A8-49B5-88FE-230AD2D10AC6}" srcId="{6CA0B633-0A60-49E6-9A15-B6B57763D585}" destId="{DB35B6BB-258A-4297-963D-5ED086150CBC}" srcOrd="2" destOrd="0" parTransId="{EDF16F07-F7B8-448B-B751-D6A40E0745BF}" sibTransId="{EC95D480-99C6-44DE-8E3F-371E15B5A238}"/>
    <dgm:cxn modelId="{2319BB62-0F61-4832-A10C-A69122487D92}" type="presOf" srcId="{EAA5E475-D6DE-4444-AE04-E668DA124372}" destId="{2A8C290F-A1F5-4BFA-92C3-6307F79719DA}" srcOrd="0" destOrd="1" presId="urn:microsoft.com/office/officeart/2016/7/layout/RepeatingBendingProcessNew"/>
    <dgm:cxn modelId="{1AD7BC66-3E89-4F00-AC71-21B9169713C4}" srcId="{24A01976-6E1F-4364-AB8C-9AA729E7CBFF}" destId="{EAA5E475-D6DE-4444-AE04-E668DA124372}" srcOrd="0" destOrd="0" parTransId="{62B33F1B-D1B8-4794-8BEC-7F51844D61C9}" sibTransId="{A1E45051-0EA4-46FE-88F1-BE4A519B73E7}"/>
    <dgm:cxn modelId="{90875470-FBE7-4465-B7E4-BEE9C1E9605D}" type="presOf" srcId="{D6D0261F-F9B7-4897-AB6B-B16661ED7B9B}" destId="{09BCEDF3-91C1-4E3B-94B2-66CF6B8F531E}" srcOrd="0" destOrd="3" presId="urn:microsoft.com/office/officeart/2016/7/layout/RepeatingBendingProcessNew"/>
    <dgm:cxn modelId="{87ACD872-C7F3-4062-A40B-48A1A650BAAD}" type="presOf" srcId="{D0429DBF-5EC4-497C-ABA8-849092A29113}" destId="{207F7E03-7C1E-4154-AEC4-6F2B7707A056}" srcOrd="1" destOrd="0" presId="urn:microsoft.com/office/officeart/2016/7/layout/RepeatingBendingProcessNew"/>
    <dgm:cxn modelId="{D45ECE58-6D04-4BE1-9F3F-F1EBD1810A7A}" srcId="{6CA0B633-0A60-49E6-9A15-B6B57763D585}" destId="{24A01976-6E1F-4364-AB8C-9AA729E7CBFF}" srcOrd="1" destOrd="0" parTransId="{696CC3FC-55A7-4C87-A6F4-89DA37AB0ED7}" sibTransId="{D0429DBF-5EC4-497C-ABA8-849092A29113}"/>
    <dgm:cxn modelId="{D88DA986-0E20-4F5F-B786-DF52AB0C008E}" srcId="{24A01976-6E1F-4364-AB8C-9AA729E7CBFF}" destId="{30808BAE-EE6B-46FF-A5DC-DBB5B0E08604}" srcOrd="1" destOrd="0" parTransId="{D312CE26-7260-4E06-A699-00C0D869184D}" sibTransId="{9C7AF3BB-8B05-4BA0-87A9-F38123600DAA}"/>
    <dgm:cxn modelId="{AF5D948B-43C3-47E9-9FA5-2DB6179B5F9B}" type="presOf" srcId="{C1E78AAE-524B-476F-81BA-C859E76CBF67}" destId="{09BCEDF3-91C1-4E3B-94B2-66CF6B8F531E}" srcOrd="0" destOrd="2" presId="urn:microsoft.com/office/officeart/2016/7/layout/RepeatingBendingProcessNew"/>
    <dgm:cxn modelId="{275A6F97-A5CE-4C07-8932-89FB6435B2CB}" srcId="{6CA0B633-0A60-49E6-9A15-B6B57763D585}" destId="{58B2BE42-04EF-4D4E-9AE2-72DBA1C33E96}" srcOrd="0" destOrd="0" parTransId="{23E784F9-4489-4766-84E6-86455458C53A}" sibTransId="{2C0E7A0F-3B13-4A28-B799-540FA7D95F64}"/>
    <dgm:cxn modelId="{5927719A-9BF7-4423-9F28-332D9F5B3A07}" type="presOf" srcId="{24A01976-6E1F-4364-AB8C-9AA729E7CBFF}" destId="{2A8C290F-A1F5-4BFA-92C3-6307F79719DA}" srcOrd="0" destOrd="0" presId="urn:microsoft.com/office/officeart/2016/7/layout/RepeatingBendingProcessNew"/>
    <dgm:cxn modelId="{6AA2AEA2-9F69-4E2E-8B4E-319718EC9E90}" type="presOf" srcId="{DB35B6BB-258A-4297-963D-5ED086150CBC}" destId="{09BCEDF3-91C1-4E3B-94B2-66CF6B8F531E}" srcOrd="0" destOrd="0" presId="urn:microsoft.com/office/officeart/2016/7/layout/RepeatingBendingProcessNew"/>
    <dgm:cxn modelId="{F0C8E2AA-1396-4487-9890-7BE58DD69FA9}" type="presOf" srcId="{30808BAE-EE6B-46FF-A5DC-DBB5B0E08604}" destId="{2A8C290F-A1F5-4BFA-92C3-6307F79719DA}" srcOrd="0" destOrd="2" presId="urn:microsoft.com/office/officeart/2016/7/layout/RepeatingBendingProcessNew"/>
    <dgm:cxn modelId="{D8AD4AAD-D5A6-4C39-8024-0B40B2E61721}" type="presOf" srcId="{6CA0B633-0A60-49E6-9A15-B6B57763D585}" destId="{1CF0D56B-7052-42F7-8DA8-3564E26C1035}" srcOrd="0" destOrd="0" presId="urn:microsoft.com/office/officeart/2016/7/layout/RepeatingBendingProcessNew"/>
    <dgm:cxn modelId="{3306CEBA-5488-483B-B624-9C9C7258193B}" srcId="{DB35B6BB-258A-4297-963D-5ED086150CBC}" destId="{961F8099-6E69-424B-9C36-74C4D574C8D3}" srcOrd="0" destOrd="0" parTransId="{E33EAF37-304E-4C02-BF3D-263AD729B36F}" sibTransId="{FC717686-0A36-4EA4-9C4F-4094CBAB22EE}"/>
    <dgm:cxn modelId="{1FCE0CBC-EA16-4114-96C6-3987CDFD4284}" srcId="{DB35B6BB-258A-4297-963D-5ED086150CBC}" destId="{C1E78AAE-524B-476F-81BA-C859E76CBF67}" srcOrd="1" destOrd="0" parTransId="{04E81024-1B19-49F0-ADEB-07BE6B9AF151}" sibTransId="{C7B82505-EC2F-418F-968B-B99C86651955}"/>
    <dgm:cxn modelId="{1EC2C1BF-4C3C-4C9D-82E5-0DD7D5D0C6F5}" type="presOf" srcId="{58B2BE42-04EF-4D4E-9AE2-72DBA1C33E96}" destId="{FAB5D9DC-5905-4506-BF2C-26F0D05A6E82}" srcOrd="0" destOrd="0" presId="urn:microsoft.com/office/officeart/2016/7/layout/RepeatingBendingProcessNew"/>
    <dgm:cxn modelId="{81DA15C0-B88A-4131-9B8A-089979E8DD88}" type="presOf" srcId="{961F8099-6E69-424B-9C36-74C4D574C8D3}" destId="{09BCEDF3-91C1-4E3B-94B2-66CF6B8F531E}" srcOrd="0" destOrd="1" presId="urn:microsoft.com/office/officeart/2016/7/layout/RepeatingBendingProcessNew"/>
    <dgm:cxn modelId="{3DB4A0C3-6265-4BBC-AAD0-D61A41D4420F}" type="presOf" srcId="{D0429DBF-5EC4-497C-ABA8-849092A29113}" destId="{F6604C2E-4A34-4C44-81E0-44FE75633F01}" srcOrd="0" destOrd="0" presId="urn:microsoft.com/office/officeart/2016/7/layout/RepeatingBendingProcessNew"/>
    <dgm:cxn modelId="{3E1AF0D1-B5F9-429D-BF8D-544D39C03157}" srcId="{DB35B6BB-258A-4297-963D-5ED086150CBC}" destId="{D6D0261F-F9B7-4897-AB6B-B16661ED7B9B}" srcOrd="2" destOrd="0" parTransId="{2E58AA47-ABA6-471F-8E31-53AB2EC487C9}" sibTransId="{A7F10724-9D03-4708-B9D4-B3B09958ECD2}"/>
    <dgm:cxn modelId="{D3204DDD-9699-48EA-8C74-484C4729044C}" type="presOf" srcId="{2C0E7A0F-3B13-4A28-B799-540FA7D95F64}" destId="{DDCEC2AF-B4CD-4645-9958-20AA8F4CC3D8}" srcOrd="0" destOrd="0" presId="urn:microsoft.com/office/officeart/2016/7/layout/RepeatingBendingProcessNew"/>
    <dgm:cxn modelId="{28D4E060-9D50-46B8-9059-15246561F031}" type="presParOf" srcId="{1CF0D56B-7052-42F7-8DA8-3564E26C1035}" destId="{FAB5D9DC-5905-4506-BF2C-26F0D05A6E82}" srcOrd="0" destOrd="0" presId="urn:microsoft.com/office/officeart/2016/7/layout/RepeatingBendingProcessNew"/>
    <dgm:cxn modelId="{2299E04D-80FD-4F79-9021-8056604FC797}" type="presParOf" srcId="{1CF0D56B-7052-42F7-8DA8-3564E26C1035}" destId="{DDCEC2AF-B4CD-4645-9958-20AA8F4CC3D8}" srcOrd="1" destOrd="0" presId="urn:microsoft.com/office/officeart/2016/7/layout/RepeatingBendingProcessNew"/>
    <dgm:cxn modelId="{12D449C6-919E-4EE4-A812-4485C84BC4FE}" type="presParOf" srcId="{DDCEC2AF-B4CD-4645-9958-20AA8F4CC3D8}" destId="{2ED42E2D-2BDF-413D-A5C9-26474D43E2C7}" srcOrd="0" destOrd="0" presId="urn:microsoft.com/office/officeart/2016/7/layout/RepeatingBendingProcessNew"/>
    <dgm:cxn modelId="{BFDC1C8D-A14B-4F30-9DD2-9A88AFF683B6}" type="presParOf" srcId="{1CF0D56B-7052-42F7-8DA8-3564E26C1035}" destId="{2A8C290F-A1F5-4BFA-92C3-6307F79719DA}" srcOrd="2" destOrd="0" presId="urn:microsoft.com/office/officeart/2016/7/layout/RepeatingBendingProcessNew"/>
    <dgm:cxn modelId="{48442171-36E5-4858-B0E6-7E70CBCEF485}" type="presParOf" srcId="{1CF0D56B-7052-42F7-8DA8-3564E26C1035}" destId="{F6604C2E-4A34-4C44-81E0-44FE75633F01}" srcOrd="3" destOrd="0" presId="urn:microsoft.com/office/officeart/2016/7/layout/RepeatingBendingProcessNew"/>
    <dgm:cxn modelId="{9E253B21-C616-4205-AAED-E4E3A1219A57}" type="presParOf" srcId="{F6604C2E-4A34-4C44-81E0-44FE75633F01}" destId="{207F7E03-7C1E-4154-AEC4-6F2B7707A056}" srcOrd="0" destOrd="0" presId="urn:microsoft.com/office/officeart/2016/7/layout/RepeatingBendingProcessNew"/>
    <dgm:cxn modelId="{4C314E53-75AB-4EB9-A833-8605DC3A24B5}" type="presParOf" srcId="{1CF0D56B-7052-42F7-8DA8-3564E26C1035}" destId="{09BCEDF3-91C1-4E3B-94B2-66CF6B8F531E}" srcOrd="4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5244B7B-9077-4826-A00E-3402E9E186FF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76914FE-3C47-4E44-84B2-0B216E2652E8}">
      <dgm:prSet custT="1"/>
      <dgm:spPr/>
      <dgm:t>
        <a:bodyPr/>
        <a:lstStyle/>
        <a:p>
          <a:r>
            <a:rPr lang="en-US" sz="2000" b="1" dirty="0">
              <a:latin typeface="Corbel" panose="020B0503020204020204" pitchFamily="34" charset="0"/>
            </a:rPr>
            <a:t>Strategic Objectives</a:t>
          </a:r>
          <a:endParaRPr lang="en-US" sz="2000" dirty="0">
            <a:latin typeface="Corbel" panose="020B0503020204020204" pitchFamily="34" charset="0"/>
          </a:endParaRPr>
        </a:p>
      </dgm:t>
    </dgm:pt>
    <dgm:pt modelId="{2772C1C6-1915-440C-A57F-94C40D743DF5}" type="parTrans" cxnId="{F2D9717E-F67A-4367-B1FC-BC715465BBBC}">
      <dgm:prSet/>
      <dgm:spPr/>
      <dgm:t>
        <a:bodyPr/>
        <a:lstStyle/>
        <a:p>
          <a:endParaRPr lang="en-US"/>
        </a:p>
      </dgm:t>
    </dgm:pt>
    <dgm:pt modelId="{76B3BCE0-B737-4E0B-8359-C8C73F7969AD}" type="sibTrans" cxnId="{F2D9717E-F67A-4367-B1FC-BC715465BBBC}">
      <dgm:prSet/>
      <dgm:spPr/>
      <dgm:t>
        <a:bodyPr/>
        <a:lstStyle/>
        <a:p>
          <a:endParaRPr lang="en-US"/>
        </a:p>
      </dgm:t>
    </dgm:pt>
    <dgm:pt modelId="{DC9801CB-1670-4FD8-81AB-8E42BA56F45E}">
      <dgm:prSet custT="1"/>
      <dgm:spPr/>
      <dgm:t>
        <a:bodyPr/>
        <a:lstStyle/>
        <a:p>
          <a:r>
            <a:rPr lang="en-US" sz="2000" b="1" dirty="0">
              <a:latin typeface="Corbel" panose="020B0503020204020204" pitchFamily="34" charset="0"/>
            </a:rPr>
            <a:t>Alignment</a:t>
          </a:r>
          <a:r>
            <a:rPr lang="en-US" sz="2000" dirty="0">
              <a:latin typeface="Corbel" panose="020B0503020204020204" pitchFamily="34" charset="0"/>
            </a:rPr>
            <a:t>: Ensure services remain relevant to the client’s operational needs.</a:t>
          </a:r>
        </a:p>
      </dgm:t>
    </dgm:pt>
    <dgm:pt modelId="{0F8DE80C-21DD-42BB-B13D-DB465677B31A}" type="parTrans" cxnId="{56AB2C47-E1F7-4527-8AD1-9A1AA9815A97}">
      <dgm:prSet/>
      <dgm:spPr/>
      <dgm:t>
        <a:bodyPr/>
        <a:lstStyle/>
        <a:p>
          <a:endParaRPr lang="en-US" sz="2000">
            <a:latin typeface="Corbel" panose="020B0503020204020204" pitchFamily="34" charset="0"/>
          </a:endParaRPr>
        </a:p>
      </dgm:t>
    </dgm:pt>
    <dgm:pt modelId="{D103D120-E80F-4925-9466-A7FBB76ACB42}" type="sibTrans" cxnId="{56AB2C47-E1F7-4527-8AD1-9A1AA9815A97}">
      <dgm:prSet/>
      <dgm:spPr/>
      <dgm:t>
        <a:bodyPr/>
        <a:lstStyle/>
        <a:p>
          <a:endParaRPr lang="en-US"/>
        </a:p>
      </dgm:t>
    </dgm:pt>
    <dgm:pt modelId="{61DD2359-282E-4190-AA28-F830F34A1ACB}">
      <dgm:prSet custT="1"/>
      <dgm:spPr/>
      <dgm:t>
        <a:bodyPr/>
        <a:lstStyle/>
        <a:p>
          <a:r>
            <a:rPr lang="en-US" sz="2000" b="1" dirty="0">
              <a:latin typeface="Corbel" panose="020B0503020204020204" pitchFamily="34" charset="0"/>
            </a:rPr>
            <a:t>Retention</a:t>
          </a:r>
          <a:r>
            <a:rPr lang="en-US" sz="2000" dirty="0">
              <a:latin typeface="Corbel" panose="020B0503020204020204" pitchFamily="34" charset="0"/>
            </a:rPr>
            <a:t>: Reinforce our value proposition.</a:t>
          </a:r>
        </a:p>
      </dgm:t>
    </dgm:pt>
    <dgm:pt modelId="{E74E0AE9-BDD4-4654-B103-A2FDC93EC693}" type="parTrans" cxnId="{6768BD8D-23E4-4D1A-8EA8-D2263642616A}">
      <dgm:prSet/>
      <dgm:spPr/>
      <dgm:t>
        <a:bodyPr/>
        <a:lstStyle/>
        <a:p>
          <a:endParaRPr lang="en-US" sz="2000">
            <a:latin typeface="Corbel" panose="020B0503020204020204" pitchFamily="34" charset="0"/>
          </a:endParaRPr>
        </a:p>
      </dgm:t>
    </dgm:pt>
    <dgm:pt modelId="{9AC57D6A-8DCF-451B-B113-779CCF792D9A}" type="sibTrans" cxnId="{6768BD8D-23E4-4D1A-8EA8-D2263642616A}">
      <dgm:prSet/>
      <dgm:spPr/>
      <dgm:t>
        <a:bodyPr/>
        <a:lstStyle/>
        <a:p>
          <a:endParaRPr lang="en-US"/>
        </a:p>
      </dgm:t>
    </dgm:pt>
    <dgm:pt modelId="{3E74CFC9-6216-4D8B-AE6A-8459C084590F}">
      <dgm:prSet custT="1"/>
      <dgm:spPr/>
      <dgm:t>
        <a:bodyPr/>
        <a:lstStyle/>
        <a:p>
          <a:r>
            <a:rPr lang="en-US" sz="2000" dirty="0">
              <a:latin typeface="Corbel" panose="020B0503020204020204" pitchFamily="34" charset="0"/>
            </a:rPr>
            <a:t>Strengthen relationships through face-to-face or virtual interactions.</a:t>
          </a:r>
        </a:p>
      </dgm:t>
    </dgm:pt>
    <dgm:pt modelId="{0BE8FF5C-B0EA-400A-BF3C-23B23F6AF2E0}" type="parTrans" cxnId="{EC7BD541-4267-4355-9142-3CE8154C894F}">
      <dgm:prSet/>
      <dgm:spPr/>
      <dgm:t>
        <a:bodyPr/>
        <a:lstStyle/>
        <a:p>
          <a:endParaRPr lang="en-US" sz="2000">
            <a:latin typeface="Corbel" panose="020B0503020204020204" pitchFamily="34" charset="0"/>
          </a:endParaRPr>
        </a:p>
      </dgm:t>
    </dgm:pt>
    <dgm:pt modelId="{DF746693-56B7-4966-8A61-85891B055FB3}" type="sibTrans" cxnId="{EC7BD541-4267-4355-9142-3CE8154C894F}">
      <dgm:prSet/>
      <dgm:spPr/>
      <dgm:t>
        <a:bodyPr/>
        <a:lstStyle/>
        <a:p>
          <a:endParaRPr lang="en-US"/>
        </a:p>
      </dgm:t>
    </dgm:pt>
    <dgm:pt modelId="{466FC69A-F99E-441D-AB2C-F6F00866132F}">
      <dgm:prSet custT="1"/>
      <dgm:spPr/>
      <dgm:t>
        <a:bodyPr/>
        <a:lstStyle/>
        <a:p>
          <a:r>
            <a:rPr lang="en-US" sz="2000" b="1" dirty="0">
              <a:latin typeface="Corbel" panose="020B0503020204020204" pitchFamily="34" charset="0"/>
            </a:rPr>
            <a:t>Growth</a:t>
          </a:r>
          <a:r>
            <a:rPr lang="en-US" sz="2000" dirty="0">
              <a:latin typeface="Corbel" panose="020B0503020204020204" pitchFamily="34" charset="0"/>
            </a:rPr>
            <a:t>: 	</a:t>
          </a:r>
        </a:p>
        <a:p>
          <a:r>
            <a:rPr lang="en-US" sz="2000" dirty="0">
              <a:latin typeface="Corbel" panose="020B0503020204020204" pitchFamily="34" charset="0"/>
            </a:rPr>
            <a:t>Identify untapped opportunities where our services can add value.</a:t>
          </a:r>
        </a:p>
      </dgm:t>
    </dgm:pt>
    <dgm:pt modelId="{C7B94D5E-69D5-4BAD-B05D-771CCB4520C1}" type="parTrans" cxnId="{F29C13B3-A7A8-4CE6-904F-517F6C8CA58B}">
      <dgm:prSet/>
      <dgm:spPr/>
      <dgm:t>
        <a:bodyPr/>
        <a:lstStyle/>
        <a:p>
          <a:endParaRPr lang="en-US" sz="2000">
            <a:latin typeface="Corbel" panose="020B0503020204020204" pitchFamily="34" charset="0"/>
          </a:endParaRPr>
        </a:p>
      </dgm:t>
    </dgm:pt>
    <dgm:pt modelId="{D1205AC0-5525-4A16-8A50-C6B079C7F700}" type="sibTrans" cxnId="{F29C13B3-A7A8-4CE6-904F-517F6C8CA58B}">
      <dgm:prSet/>
      <dgm:spPr/>
      <dgm:t>
        <a:bodyPr/>
        <a:lstStyle/>
        <a:p>
          <a:endParaRPr lang="en-US"/>
        </a:p>
      </dgm:t>
    </dgm:pt>
    <dgm:pt modelId="{F1165039-DB83-4BEB-B70F-E45C0DA23D9D}">
      <dgm:prSet custT="1"/>
      <dgm:spPr/>
      <dgm:t>
        <a:bodyPr/>
        <a:lstStyle/>
        <a:p>
          <a:r>
            <a:rPr lang="en-US" sz="2000" dirty="0">
              <a:latin typeface="Corbel" panose="020B0503020204020204" pitchFamily="34" charset="0"/>
            </a:rPr>
            <a:t>Explore additional ways to support client operations and business growth</a:t>
          </a:r>
        </a:p>
      </dgm:t>
    </dgm:pt>
    <dgm:pt modelId="{1F3DA082-BC87-4B5C-ACA8-946621EF8891}" type="parTrans" cxnId="{A2B1C258-7D49-48E8-B559-A6D4C72FFBAC}">
      <dgm:prSet/>
      <dgm:spPr/>
      <dgm:t>
        <a:bodyPr/>
        <a:lstStyle/>
        <a:p>
          <a:endParaRPr lang="en-US" sz="2000">
            <a:latin typeface="Corbel" panose="020B0503020204020204" pitchFamily="34" charset="0"/>
          </a:endParaRPr>
        </a:p>
      </dgm:t>
    </dgm:pt>
    <dgm:pt modelId="{D0DF9FE4-53BE-430C-9CC5-55108E90D955}" type="sibTrans" cxnId="{A2B1C258-7D49-48E8-B559-A6D4C72FFBAC}">
      <dgm:prSet/>
      <dgm:spPr/>
      <dgm:t>
        <a:bodyPr/>
        <a:lstStyle/>
        <a:p>
          <a:endParaRPr lang="en-US"/>
        </a:p>
      </dgm:t>
    </dgm:pt>
    <dgm:pt modelId="{3A91FCFE-6F58-459B-8544-714AECA066BA}" type="pres">
      <dgm:prSet presAssocID="{15244B7B-9077-4826-A00E-3402E9E186F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0774D1C-A27B-4C2A-A958-13E3B32A528F}" type="pres">
      <dgm:prSet presAssocID="{D76914FE-3C47-4E44-84B2-0B216E2652E8}" presName="hierRoot1" presStyleCnt="0"/>
      <dgm:spPr/>
    </dgm:pt>
    <dgm:pt modelId="{2D35CAE9-2439-4E05-8EF5-8A6BBE2E9802}" type="pres">
      <dgm:prSet presAssocID="{D76914FE-3C47-4E44-84B2-0B216E2652E8}" presName="composite" presStyleCnt="0"/>
      <dgm:spPr/>
    </dgm:pt>
    <dgm:pt modelId="{03F9293E-2EE1-471F-BA8E-5BD0C5D5F3A0}" type="pres">
      <dgm:prSet presAssocID="{D76914FE-3C47-4E44-84B2-0B216E2652E8}" presName="background" presStyleLbl="node0" presStyleIdx="0" presStyleCnt="1"/>
      <dgm:spPr/>
    </dgm:pt>
    <dgm:pt modelId="{9EF22B37-23C1-486C-99D8-7DDEF539BA7F}" type="pres">
      <dgm:prSet presAssocID="{D76914FE-3C47-4E44-84B2-0B216E2652E8}" presName="text" presStyleLbl="fgAcc0" presStyleIdx="0" presStyleCnt="1" custScaleX="279768">
        <dgm:presLayoutVars>
          <dgm:chPref val="3"/>
        </dgm:presLayoutVars>
      </dgm:prSet>
      <dgm:spPr/>
    </dgm:pt>
    <dgm:pt modelId="{ABBFC235-B97C-4EA7-A275-6F6F1A308E9E}" type="pres">
      <dgm:prSet presAssocID="{D76914FE-3C47-4E44-84B2-0B216E2652E8}" presName="hierChild2" presStyleCnt="0"/>
      <dgm:spPr/>
    </dgm:pt>
    <dgm:pt modelId="{DBF111C9-BEE0-420A-A45C-8AF31351F78E}" type="pres">
      <dgm:prSet presAssocID="{0F8DE80C-21DD-42BB-B13D-DB465677B31A}" presName="Name10" presStyleLbl="parChTrans1D2" presStyleIdx="0" presStyleCnt="3"/>
      <dgm:spPr/>
    </dgm:pt>
    <dgm:pt modelId="{3E24B6A9-6E20-4E85-B12B-A5A4C32CF2C3}" type="pres">
      <dgm:prSet presAssocID="{DC9801CB-1670-4FD8-81AB-8E42BA56F45E}" presName="hierRoot2" presStyleCnt="0"/>
      <dgm:spPr/>
    </dgm:pt>
    <dgm:pt modelId="{339B3D41-8FC0-48BC-81FB-FC93CE1A3970}" type="pres">
      <dgm:prSet presAssocID="{DC9801CB-1670-4FD8-81AB-8E42BA56F45E}" presName="composite2" presStyleCnt="0"/>
      <dgm:spPr/>
    </dgm:pt>
    <dgm:pt modelId="{09CBF6D7-23CC-4FDC-8414-8C69E768B1EC}" type="pres">
      <dgm:prSet presAssocID="{DC9801CB-1670-4FD8-81AB-8E42BA56F45E}" presName="background2" presStyleLbl="node2" presStyleIdx="0" presStyleCnt="3"/>
      <dgm:spPr/>
    </dgm:pt>
    <dgm:pt modelId="{90A659B7-85B2-4376-82FA-A5702B3F81B7}" type="pres">
      <dgm:prSet presAssocID="{DC9801CB-1670-4FD8-81AB-8E42BA56F45E}" presName="text2" presStyleLbl="fgAcc2" presStyleIdx="0" presStyleCnt="3" custScaleX="178968" custScaleY="262043">
        <dgm:presLayoutVars>
          <dgm:chPref val="3"/>
        </dgm:presLayoutVars>
      </dgm:prSet>
      <dgm:spPr/>
    </dgm:pt>
    <dgm:pt modelId="{A774C006-ADB4-48D5-8B0B-DE53798EC4EE}" type="pres">
      <dgm:prSet presAssocID="{DC9801CB-1670-4FD8-81AB-8E42BA56F45E}" presName="hierChild3" presStyleCnt="0"/>
      <dgm:spPr/>
    </dgm:pt>
    <dgm:pt modelId="{408D4DB7-256C-4D68-9E41-0EBED47D47E4}" type="pres">
      <dgm:prSet presAssocID="{E74E0AE9-BDD4-4654-B103-A2FDC93EC693}" presName="Name10" presStyleLbl="parChTrans1D2" presStyleIdx="1" presStyleCnt="3"/>
      <dgm:spPr/>
    </dgm:pt>
    <dgm:pt modelId="{4F008CFF-01D0-4C52-BB41-8C14DEF125E9}" type="pres">
      <dgm:prSet presAssocID="{61DD2359-282E-4190-AA28-F830F34A1ACB}" presName="hierRoot2" presStyleCnt="0"/>
      <dgm:spPr/>
    </dgm:pt>
    <dgm:pt modelId="{7D0C4C14-DE19-4500-90B8-671351DF6FEA}" type="pres">
      <dgm:prSet presAssocID="{61DD2359-282E-4190-AA28-F830F34A1ACB}" presName="composite2" presStyleCnt="0"/>
      <dgm:spPr/>
    </dgm:pt>
    <dgm:pt modelId="{6E843717-F56B-40F3-8AC5-B3EB6F90C218}" type="pres">
      <dgm:prSet presAssocID="{61DD2359-282E-4190-AA28-F830F34A1ACB}" presName="background2" presStyleLbl="node2" presStyleIdx="1" presStyleCnt="3"/>
      <dgm:spPr/>
    </dgm:pt>
    <dgm:pt modelId="{09CACD96-C1BB-4D36-804E-E0ADDEAE44C5}" type="pres">
      <dgm:prSet presAssocID="{61DD2359-282E-4190-AA28-F830F34A1ACB}" presName="text2" presStyleLbl="fgAcc2" presStyleIdx="1" presStyleCnt="3" custScaleX="288395">
        <dgm:presLayoutVars>
          <dgm:chPref val="3"/>
        </dgm:presLayoutVars>
      </dgm:prSet>
      <dgm:spPr/>
    </dgm:pt>
    <dgm:pt modelId="{E227327F-C64E-4753-8558-E22AB5D43A34}" type="pres">
      <dgm:prSet presAssocID="{61DD2359-282E-4190-AA28-F830F34A1ACB}" presName="hierChild3" presStyleCnt="0"/>
      <dgm:spPr/>
    </dgm:pt>
    <dgm:pt modelId="{994BC2F3-726D-47FB-9ADC-CCCBF93FC697}" type="pres">
      <dgm:prSet presAssocID="{0BE8FF5C-B0EA-400A-BF3C-23B23F6AF2E0}" presName="Name17" presStyleLbl="parChTrans1D3" presStyleIdx="0" presStyleCnt="2"/>
      <dgm:spPr/>
    </dgm:pt>
    <dgm:pt modelId="{E6712447-C890-4579-ABDA-3299309DE508}" type="pres">
      <dgm:prSet presAssocID="{3E74CFC9-6216-4D8B-AE6A-8459C084590F}" presName="hierRoot3" presStyleCnt="0"/>
      <dgm:spPr/>
    </dgm:pt>
    <dgm:pt modelId="{AC58EA74-430D-493A-8889-832F6C8C7CE4}" type="pres">
      <dgm:prSet presAssocID="{3E74CFC9-6216-4D8B-AE6A-8459C084590F}" presName="composite3" presStyleCnt="0"/>
      <dgm:spPr/>
    </dgm:pt>
    <dgm:pt modelId="{00647ED8-0F8C-47A8-A97E-D97F58B7AB38}" type="pres">
      <dgm:prSet presAssocID="{3E74CFC9-6216-4D8B-AE6A-8459C084590F}" presName="background3" presStyleLbl="node3" presStyleIdx="0" presStyleCnt="2"/>
      <dgm:spPr/>
    </dgm:pt>
    <dgm:pt modelId="{38CBDF35-33C4-454C-9A01-ED2493A40456}" type="pres">
      <dgm:prSet presAssocID="{3E74CFC9-6216-4D8B-AE6A-8459C084590F}" presName="text3" presStyleLbl="fgAcc3" presStyleIdx="0" presStyleCnt="2" custScaleX="288332" custScaleY="177959">
        <dgm:presLayoutVars>
          <dgm:chPref val="3"/>
        </dgm:presLayoutVars>
      </dgm:prSet>
      <dgm:spPr/>
    </dgm:pt>
    <dgm:pt modelId="{3986D866-C49E-46AC-B180-DE4D1C0B2DC2}" type="pres">
      <dgm:prSet presAssocID="{3E74CFC9-6216-4D8B-AE6A-8459C084590F}" presName="hierChild4" presStyleCnt="0"/>
      <dgm:spPr/>
    </dgm:pt>
    <dgm:pt modelId="{15F11739-7891-4E5C-90B8-D68252964203}" type="pres">
      <dgm:prSet presAssocID="{C7B94D5E-69D5-4BAD-B05D-771CCB4520C1}" presName="Name10" presStyleLbl="parChTrans1D2" presStyleIdx="2" presStyleCnt="3"/>
      <dgm:spPr/>
    </dgm:pt>
    <dgm:pt modelId="{8720AC86-CE4F-4F94-93C5-76B8D3ED6C29}" type="pres">
      <dgm:prSet presAssocID="{466FC69A-F99E-441D-AB2C-F6F00866132F}" presName="hierRoot2" presStyleCnt="0"/>
      <dgm:spPr/>
    </dgm:pt>
    <dgm:pt modelId="{6032ABDF-4129-4A45-A7A0-E88A06C95C6E}" type="pres">
      <dgm:prSet presAssocID="{466FC69A-F99E-441D-AB2C-F6F00866132F}" presName="composite2" presStyleCnt="0"/>
      <dgm:spPr/>
    </dgm:pt>
    <dgm:pt modelId="{E0C92447-4A02-4EF4-949C-CA4E000DE322}" type="pres">
      <dgm:prSet presAssocID="{466FC69A-F99E-441D-AB2C-F6F00866132F}" presName="background2" presStyleLbl="node2" presStyleIdx="2" presStyleCnt="3"/>
      <dgm:spPr/>
    </dgm:pt>
    <dgm:pt modelId="{57F3671A-412C-4503-AA6F-68C170C19D07}" type="pres">
      <dgm:prSet presAssocID="{466FC69A-F99E-441D-AB2C-F6F00866132F}" presName="text2" presStyleLbl="fgAcc2" presStyleIdx="2" presStyleCnt="3" custScaleX="286356" custScaleY="178639">
        <dgm:presLayoutVars>
          <dgm:chPref val="3"/>
        </dgm:presLayoutVars>
      </dgm:prSet>
      <dgm:spPr/>
    </dgm:pt>
    <dgm:pt modelId="{D58CE61A-6B9C-4B8A-B44D-C79E52693D8E}" type="pres">
      <dgm:prSet presAssocID="{466FC69A-F99E-441D-AB2C-F6F00866132F}" presName="hierChild3" presStyleCnt="0"/>
      <dgm:spPr/>
    </dgm:pt>
    <dgm:pt modelId="{0948DB91-332A-4D5A-BEA8-70CC35DAFA62}" type="pres">
      <dgm:prSet presAssocID="{1F3DA082-BC87-4B5C-ACA8-946621EF8891}" presName="Name17" presStyleLbl="parChTrans1D3" presStyleIdx="1" presStyleCnt="2"/>
      <dgm:spPr/>
    </dgm:pt>
    <dgm:pt modelId="{9214D887-DEC0-428E-8DBC-A39376594AF3}" type="pres">
      <dgm:prSet presAssocID="{F1165039-DB83-4BEB-B70F-E45C0DA23D9D}" presName="hierRoot3" presStyleCnt="0"/>
      <dgm:spPr/>
    </dgm:pt>
    <dgm:pt modelId="{C8EB52B0-03F9-435C-B632-2E6E9D1E93B6}" type="pres">
      <dgm:prSet presAssocID="{F1165039-DB83-4BEB-B70F-E45C0DA23D9D}" presName="composite3" presStyleCnt="0"/>
      <dgm:spPr/>
    </dgm:pt>
    <dgm:pt modelId="{BE9474FE-5581-4629-B4B7-685C177823B0}" type="pres">
      <dgm:prSet presAssocID="{F1165039-DB83-4BEB-B70F-E45C0DA23D9D}" presName="background3" presStyleLbl="node3" presStyleIdx="1" presStyleCnt="2"/>
      <dgm:spPr/>
    </dgm:pt>
    <dgm:pt modelId="{37246512-AC4B-4606-9129-FA8DBDFD8A11}" type="pres">
      <dgm:prSet presAssocID="{F1165039-DB83-4BEB-B70F-E45C0DA23D9D}" presName="text3" presStyleLbl="fgAcc3" presStyleIdx="1" presStyleCnt="2" custScaleX="342046">
        <dgm:presLayoutVars>
          <dgm:chPref val="3"/>
        </dgm:presLayoutVars>
      </dgm:prSet>
      <dgm:spPr/>
    </dgm:pt>
    <dgm:pt modelId="{6D83553B-7AA2-416F-AB3C-A03E8821C268}" type="pres">
      <dgm:prSet presAssocID="{F1165039-DB83-4BEB-B70F-E45C0DA23D9D}" presName="hierChild4" presStyleCnt="0"/>
      <dgm:spPr/>
    </dgm:pt>
  </dgm:ptLst>
  <dgm:cxnLst>
    <dgm:cxn modelId="{D85E9104-C2F0-47E9-ACDD-A1A281EA9CB5}" type="presOf" srcId="{61DD2359-282E-4190-AA28-F830F34A1ACB}" destId="{09CACD96-C1BB-4D36-804E-E0ADDEAE44C5}" srcOrd="0" destOrd="0" presId="urn:microsoft.com/office/officeart/2005/8/layout/hierarchy1"/>
    <dgm:cxn modelId="{1218B60A-B0EA-4123-8E83-64A24432E704}" type="presOf" srcId="{C7B94D5E-69D5-4BAD-B05D-771CCB4520C1}" destId="{15F11739-7891-4E5C-90B8-D68252964203}" srcOrd="0" destOrd="0" presId="urn:microsoft.com/office/officeart/2005/8/layout/hierarchy1"/>
    <dgm:cxn modelId="{74733320-8DAD-40A7-A900-64D2412BB0E3}" type="presOf" srcId="{F1165039-DB83-4BEB-B70F-E45C0DA23D9D}" destId="{37246512-AC4B-4606-9129-FA8DBDFD8A11}" srcOrd="0" destOrd="0" presId="urn:microsoft.com/office/officeart/2005/8/layout/hierarchy1"/>
    <dgm:cxn modelId="{E28B532C-BE34-4F83-A326-287DBA416993}" type="presOf" srcId="{DC9801CB-1670-4FD8-81AB-8E42BA56F45E}" destId="{90A659B7-85B2-4376-82FA-A5702B3F81B7}" srcOrd="0" destOrd="0" presId="urn:microsoft.com/office/officeart/2005/8/layout/hierarchy1"/>
    <dgm:cxn modelId="{18B9B12E-4276-4947-9B75-C2BDB2CB11BE}" type="presOf" srcId="{466FC69A-F99E-441D-AB2C-F6F00866132F}" destId="{57F3671A-412C-4503-AA6F-68C170C19D07}" srcOrd="0" destOrd="0" presId="urn:microsoft.com/office/officeart/2005/8/layout/hierarchy1"/>
    <dgm:cxn modelId="{5769BA35-3BAB-46CD-9C1F-EF929B952B9B}" type="presOf" srcId="{3E74CFC9-6216-4D8B-AE6A-8459C084590F}" destId="{38CBDF35-33C4-454C-9A01-ED2493A40456}" srcOrd="0" destOrd="0" presId="urn:microsoft.com/office/officeart/2005/8/layout/hierarchy1"/>
    <dgm:cxn modelId="{7E31E65E-74E9-4200-8EA6-DBB47FBD9548}" type="presOf" srcId="{D76914FE-3C47-4E44-84B2-0B216E2652E8}" destId="{9EF22B37-23C1-486C-99D8-7DDEF539BA7F}" srcOrd="0" destOrd="0" presId="urn:microsoft.com/office/officeart/2005/8/layout/hierarchy1"/>
    <dgm:cxn modelId="{EC7BD541-4267-4355-9142-3CE8154C894F}" srcId="{61DD2359-282E-4190-AA28-F830F34A1ACB}" destId="{3E74CFC9-6216-4D8B-AE6A-8459C084590F}" srcOrd="0" destOrd="0" parTransId="{0BE8FF5C-B0EA-400A-BF3C-23B23F6AF2E0}" sibTransId="{DF746693-56B7-4966-8A61-85891B055FB3}"/>
    <dgm:cxn modelId="{56AB2C47-E1F7-4527-8AD1-9A1AA9815A97}" srcId="{D76914FE-3C47-4E44-84B2-0B216E2652E8}" destId="{DC9801CB-1670-4FD8-81AB-8E42BA56F45E}" srcOrd="0" destOrd="0" parTransId="{0F8DE80C-21DD-42BB-B13D-DB465677B31A}" sibTransId="{D103D120-E80F-4925-9466-A7FBB76ACB42}"/>
    <dgm:cxn modelId="{20345A47-E369-473E-9C2E-9B7D2398C528}" type="presOf" srcId="{1F3DA082-BC87-4B5C-ACA8-946621EF8891}" destId="{0948DB91-332A-4D5A-BEA8-70CC35DAFA62}" srcOrd="0" destOrd="0" presId="urn:microsoft.com/office/officeart/2005/8/layout/hierarchy1"/>
    <dgm:cxn modelId="{A2B1C258-7D49-48E8-B559-A6D4C72FFBAC}" srcId="{466FC69A-F99E-441D-AB2C-F6F00866132F}" destId="{F1165039-DB83-4BEB-B70F-E45C0DA23D9D}" srcOrd="0" destOrd="0" parTransId="{1F3DA082-BC87-4B5C-ACA8-946621EF8891}" sibTransId="{D0DF9FE4-53BE-430C-9CC5-55108E90D955}"/>
    <dgm:cxn modelId="{F2D9717E-F67A-4367-B1FC-BC715465BBBC}" srcId="{15244B7B-9077-4826-A00E-3402E9E186FF}" destId="{D76914FE-3C47-4E44-84B2-0B216E2652E8}" srcOrd="0" destOrd="0" parTransId="{2772C1C6-1915-440C-A57F-94C40D743DF5}" sibTransId="{76B3BCE0-B737-4E0B-8359-C8C73F7969AD}"/>
    <dgm:cxn modelId="{6768BD8D-23E4-4D1A-8EA8-D2263642616A}" srcId="{D76914FE-3C47-4E44-84B2-0B216E2652E8}" destId="{61DD2359-282E-4190-AA28-F830F34A1ACB}" srcOrd="1" destOrd="0" parTransId="{E74E0AE9-BDD4-4654-B103-A2FDC93EC693}" sibTransId="{9AC57D6A-8DCF-451B-B113-779CCF792D9A}"/>
    <dgm:cxn modelId="{576D1993-9CE0-4864-B183-E5E62E164C47}" type="presOf" srcId="{0F8DE80C-21DD-42BB-B13D-DB465677B31A}" destId="{DBF111C9-BEE0-420A-A45C-8AF31351F78E}" srcOrd="0" destOrd="0" presId="urn:microsoft.com/office/officeart/2005/8/layout/hierarchy1"/>
    <dgm:cxn modelId="{E6061999-15AD-4133-8BF7-A7876AE6AAA5}" type="presOf" srcId="{E74E0AE9-BDD4-4654-B103-A2FDC93EC693}" destId="{408D4DB7-256C-4D68-9E41-0EBED47D47E4}" srcOrd="0" destOrd="0" presId="urn:microsoft.com/office/officeart/2005/8/layout/hierarchy1"/>
    <dgm:cxn modelId="{F29C13B3-A7A8-4CE6-904F-517F6C8CA58B}" srcId="{D76914FE-3C47-4E44-84B2-0B216E2652E8}" destId="{466FC69A-F99E-441D-AB2C-F6F00866132F}" srcOrd="2" destOrd="0" parTransId="{C7B94D5E-69D5-4BAD-B05D-771CCB4520C1}" sibTransId="{D1205AC0-5525-4A16-8A50-C6B079C7F700}"/>
    <dgm:cxn modelId="{C2A701B6-6E86-4C34-ACAB-1F575C535C2C}" type="presOf" srcId="{15244B7B-9077-4826-A00E-3402E9E186FF}" destId="{3A91FCFE-6F58-459B-8544-714AECA066BA}" srcOrd="0" destOrd="0" presId="urn:microsoft.com/office/officeart/2005/8/layout/hierarchy1"/>
    <dgm:cxn modelId="{9DEFB4E0-7CAE-4D14-819B-25980762A39D}" type="presOf" srcId="{0BE8FF5C-B0EA-400A-BF3C-23B23F6AF2E0}" destId="{994BC2F3-726D-47FB-9ADC-CCCBF93FC697}" srcOrd="0" destOrd="0" presId="urn:microsoft.com/office/officeart/2005/8/layout/hierarchy1"/>
    <dgm:cxn modelId="{03FFCADB-CE1A-41B4-BBF3-377FF3FE56C4}" type="presParOf" srcId="{3A91FCFE-6F58-459B-8544-714AECA066BA}" destId="{B0774D1C-A27B-4C2A-A958-13E3B32A528F}" srcOrd="0" destOrd="0" presId="urn:microsoft.com/office/officeart/2005/8/layout/hierarchy1"/>
    <dgm:cxn modelId="{2D21B4E5-343D-4EAD-A211-9839AF26CAB6}" type="presParOf" srcId="{B0774D1C-A27B-4C2A-A958-13E3B32A528F}" destId="{2D35CAE9-2439-4E05-8EF5-8A6BBE2E9802}" srcOrd="0" destOrd="0" presId="urn:microsoft.com/office/officeart/2005/8/layout/hierarchy1"/>
    <dgm:cxn modelId="{FC7BCBD2-D3A1-4EF8-AE66-19225B871184}" type="presParOf" srcId="{2D35CAE9-2439-4E05-8EF5-8A6BBE2E9802}" destId="{03F9293E-2EE1-471F-BA8E-5BD0C5D5F3A0}" srcOrd="0" destOrd="0" presId="urn:microsoft.com/office/officeart/2005/8/layout/hierarchy1"/>
    <dgm:cxn modelId="{430B5B38-A718-4C7E-AC56-EF5AEE49FCBE}" type="presParOf" srcId="{2D35CAE9-2439-4E05-8EF5-8A6BBE2E9802}" destId="{9EF22B37-23C1-486C-99D8-7DDEF539BA7F}" srcOrd="1" destOrd="0" presId="urn:microsoft.com/office/officeart/2005/8/layout/hierarchy1"/>
    <dgm:cxn modelId="{1686F34C-F2F4-4E18-929E-52370B977415}" type="presParOf" srcId="{B0774D1C-A27B-4C2A-A958-13E3B32A528F}" destId="{ABBFC235-B97C-4EA7-A275-6F6F1A308E9E}" srcOrd="1" destOrd="0" presId="urn:microsoft.com/office/officeart/2005/8/layout/hierarchy1"/>
    <dgm:cxn modelId="{68ABC0E7-7EE6-44B4-98DD-933B576154BB}" type="presParOf" srcId="{ABBFC235-B97C-4EA7-A275-6F6F1A308E9E}" destId="{DBF111C9-BEE0-420A-A45C-8AF31351F78E}" srcOrd="0" destOrd="0" presId="urn:microsoft.com/office/officeart/2005/8/layout/hierarchy1"/>
    <dgm:cxn modelId="{F307C3F1-E044-4285-850C-5AAB740DA835}" type="presParOf" srcId="{ABBFC235-B97C-4EA7-A275-6F6F1A308E9E}" destId="{3E24B6A9-6E20-4E85-B12B-A5A4C32CF2C3}" srcOrd="1" destOrd="0" presId="urn:microsoft.com/office/officeart/2005/8/layout/hierarchy1"/>
    <dgm:cxn modelId="{693C668D-B1EB-4E32-A172-7C9662FB6D24}" type="presParOf" srcId="{3E24B6A9-6E20-4E85-B12B-A5A4C32CF2C3}" destId="{339B3D41-8FC0-48BC-81FB-FC93CE1A3970}" srcOrd="0" destOrd="0" presId="urn:microsoft.com/office/officeart/2005/8/layout/hierarchy1"/>
    <dgm:cxn modelId="{F1243291-A752-48C5-BE8B-BA2BCF41E20F}" type="presParOf" srcId="{339B3D41-8FC0-48BC-81FB-FC93CE1A3970}" destId="{09CBF6D7-23CC-4FDC-8414-8C69E768B1EC}" srcOrd="0" destOrd="0" presId="urn:microsoft.com/office/officeart/2005/8/layout/hierarchy1"/>
    <dgm:cxn modelId="{01D0A8E7-E6E7-4B61-933F-3DC502B29752}" type="presParOf" srcId="{339B3D41-8FC0-48BC-81FB-FC93CE1A3970}" destId="{90A659B7-85B2-4376-82FA-A5702B3F81B7}" srcOrd="1" destOrd="0" presId="urn:microsoft.com/office/officeart/2005/8/layout/hierarchy1"/>
    <dgm:cxn modelId="{8554ACF9-BB4E-42E4-BC7D-2585E4CA1251}" type="presParOf" srcId="{3E24B6A9-6E20-4E85-B12B-A5A4C32CF2C3}" destId="{A774C006-ADB4-48D5-8B0B-DE53798EC4EE}" srcOrd="1" destOrd="0" presId="urn:microsoft.com/office/officeart/2005/8/layout/hierarchy1"/>
    <dgm:cxn modelId="{E4E6C1AD-4FF8-428B-8DB6-D81B328E2575}" type="presParOf" srcId="{ABBFC235-B97C-4EA7-A275-6F6F1A308E9E}" destId="{408D4DB7-256C-4D68-9E41-0EBED47D47E4}" srcOrd="2" destOrd="0" presId="urn:microsoft.com/office/officeart/2005/8/layout/hierarchy1"/>
    <dgm:cxn modelId="{C298AF98-5F83-4604-9827-774DC376ED75}" type="presParOf" srcId="{ABBFC235-B97C-4EA7-A275-6F6F1A308E9E}" destId="{4F008CFF-01D0-4C52-BB41-8C14DEF125E9}" srcOrd="3" destOrd="0" presId="urn:microsoft.com/office/officeart/2005/8/layout/hierarchy1"/>
    <dgm:cxn modelId="{F5180F96-2BBA-4814-B79F-0CBF21061913}" type="presParOf" srcId="{4F008CFF-01D0-4C52-BB41-8C14DEF125E9}" destId="{7D0C4C14-DE19-4500-90B8-671351DF6FEA}" srcOrd="0" destOrd="0" presId="urn:microsoft.com/office/officeart/2005/8/layout/hierarchy1"/>
    <dgm:cxn modelId="{5CA1548F-FB7B-4C61-8C25-471339B7B19A}" type="presParOf" srcId="{7D0C4C14-DE19-4500-90B8-671351DF6FEA}" destId="{6E843717-F56B-40F3-8AC5-B3EB6F90C218}" srcOrd="0" destOrd="0" presId="urn:microsoft.com/office/officeart/2005/8/layout/hierarchy1"/>
    <dgm:cxn modelId="{BD9C114B-AB67-48FF-8235-FE1AF4B1635E}" type="presParOf" srcId="{7D0C4C14-DE19-4500-90B8-671351DF6FEA}" destId="{09CACD96-C1BB-4D36-804E-E0ADDEAE44C5}" srcOrd="1" destOrd="0" presId="urn:microsoft.com/office/officeart/2005/8/layout/hierarchy1"/>
    <dgm:cxn modelId="{0BC92D8C-375F-4F5F-928A-0C1F4BF6FE98}" type="presParOf" srcId="{4F008CFF-01D0-4C52-BB41-8C14DEF125E9}" destId="{E227327F-C64E-4753-8558-E22AB5D43A34}" srcOrd="1" destOrd="0" presId="urn:microsoft.com/office/officeart/2005/8/layout/hierarchy1"/>
    <dgm:cxn modelId="{009B62E6-F57C-4074-8B6C-5C0955331377}" type="presParOf" srcId="{E227327F-C64E-4753-8558-E22AB5D43A34}" destId="{994BC2F3-726D-47FB-9ADC-CCCBF93FC697}" srcOrd="0" destOrd="0" presId="urn:microsoft.com/office/officeart/2005/8/layout/hierarchy1"/>
    <dgm:cxn modelId="{E8793813-5171-4B12-AD66-2CAD2E818BDF}" type="presParOf" srcId="{E227327F-C64E-4753-8558-E22AB5D43A34}" destId="{E6712447-C890-4579-ABDA-3299309DE508}" srcOrd="1" destOrd="0" presId="urn:microsoft.com/office/officeart/2005/8/layout/hierarchy1"/>
    <dgm:cxn modelId="{38323A71-3E7C-4C48-817A-A4D40DAE66E9}" type="presParOf" srcId="{E6712447-C890-4579-ABDA-3299309DE508}" destId="{AC58EA74-430D-493A-8889-832F6C8C7CE4}" srcOrd="0" destOrd="0" presId="urn:microsoft.com/office/officeart/2005/8/layout/hierarchy1"/>
    <dgm:cxn modelId="{FDC7B825-0353-4FA5-AD6A-544BFA1E9E96}" type="presParOf" srcId="{AC58EA74-430D-493A-8889-832F6C8C7CE4}" destId="{00647ED8-0F8C-47A8-A97E-D97F58B7AB38}" srcOrd="0" destOrd="0" presId="urn:microsoft.com/office/officeart/2005/8/layout/hierarchy1"/>
    <dgm:cxn modelId="{E6E5D284-99C5-4C4E-A69F-B746F2A4D112}" type="presParOf" srcId="{AC58EA74-430D-493A-8889-832F6C8C7CE4}" destId="{38CBDF35-33C4-454C-9A01-ED2493A40456}" srcOrd="1" destOrd="0" presId="urn:microsoft.com/office/officeart/2005/8/layout/hierarchy1"/>
    <dgm:cxn modelId="{4447D410-BD83-43BE-8D81-7763C14B46F8}" type="presParOf" srcId="{E6712447-C890-4579-ABDA-3299309DE508}" destId="{3986D866-C49E-46AC-B180-DE4D1C0B2DC2}" srcOrd="1" destOrd="0" presId="urn:microsoft.com/office/officeart/2005/8/layout/hierarchy1"/>
    <dgm:cxn modelId="{F0F741F9-BE3D-43B0-B698-01BEB41D8A4B}" type="presParOf" srcId="{ABBFC235-B97C-4EA7-A275-6F6F1A308E9E}" destId="{15F11739-7891-4E5C-90B8-D68252964203}" srcOrd="4" destOrd="0" presId="urn:microsoft.com/office/officeart/2005/8/layout/hierarchy1"/>
    <dgm:cxn modelId="{151AD87F-93BF-4197-80C8-65F1997892D3}" type="presParOf" srcId="{ABBFC235-B97C-4EA7-A275-6F6F1A308E9E}" destId="{8720AC86-CE4F-4F94-93C5-76B8D3ED6C29}" srcOrd="5" destOrd="0" presId="urn:microsoft.com/office/officeart/2005/8/layout/hierarchy1"/>
    <dgm:cxn modelId="{E8338085-165C-44E8-9936-D72BD69EE3E7}" type="presParOf" srcId="{8720AC86-CE4F-4F94-93C5-76B8D3ED6C29}" destId="{6032ABDF-4129-4A45-A7A0-E88A06C95C6E}" srcOrd="0" destOrd="0" presId="urn:microsoft.com/office/officeart/2005/8/layout/hierarchy1"/>
    <dgm:cxn modelId="{0A42E9E8-80B9-4BEE-BB7F-504DA6836DCA}" type="presParOf" srcId="{6032ABDF-4129-4A45-A7A0-E88A06C95C6E}" destId="{E0C92447-4A02-4EF4-949C-CA4E000DE322}" srcOrd="0" destOrd="0" presId="urn:microsoft.com/office/officeart/2005/8/layout/hierarchy1"/>
    <dgm:cxn modelId="{71A2A067-66AB-4466-BA34-BB94D63A39B1}" type="presParOf" srcId="{6032ABDF-4129-4A45-A7A0-E88A06C95C6E}" destId="{57F3671A-412C-4503-AA6F-68C170C19D07}" srcOrd="1" destOrd="0" presId="urn:microsoft.com/office/officeart/2005/8/layout/hierarchy1"/>
    <dgm:cxn modelId="{DD4C02F2-852A-442E-AF5A-71E584882A7C}" type="presParOf" srcId="{8720AC86-CE4F-4F94-93C5-76B8D3ED6C29}" destId="{D58CE61A-6B9C-4B8A-B44D-C79E52693D8E}" srcOrd="1" destOrd="0" presId="urn:microsoft.com/office/officeart/2005/8/layout/hierarchy1"/>
    <dgm:cxn modelId="{BA532092-98F1-4AE6-AFBF-C4D6C2F58814}" type="presParOf" srcId="{D58CE61A-6B9C-4B8A-B44D-C79E52693D8E}" destId="{0948DB91-332A-4D5A-BEA8-70CC35DAFA62}" srcOrd="0" destOrd="0" presId="urn:microsoft.com/office/officeart/2005/8/layout/hierarchy1"/>
    <dgm:cxn modelId="{813439F5-6EAB-4AB7-AC99-58B167782AFB}" type="presParOf" srcId="{D58CE61A-6B9C-4B8A-B44D-C79E52693D8E}" destId="{9214D887-DEC0-428E-8DBC-A39376594AF3}" srcOrd="1" destOrd="0" presId="urn:microsoft.com/office/officeart/2005/8/layout/hierarchy1"/>
    <dgm:cxn modelId="{75247164-9B10-4678-8213-18629E56CD91}" type="presParOf" srcId="{9214D887-DEC0-428E-8DBC-A39376594AF3}" destId="{C8EB52B0-03F9-435C-B632-2E6E9D1E93B6}" srcOrd="0" destOrd="0" presId="urn:microsoft.com/office/officeart/2005/8/layout/hierarchy1"/>
    <dgm:cxn modelId="{2F2ADBB5-AB10-43B0-A097-1C60590DE5E0}" type="presParOf" srcId="{C8EB52B0-03F9-435C-B632-2E6E9D1E93B6}" destId="{BE9474FE-5581-4629-B4B7-685C177823B0}" srcOrd="0" destOrd="0" presId="urn:microsoft.com/office/officeart/2005/8/layout/hierarchy1"/>
    <dgm:cxn modelId="{C049C04E-DEBB-417E-AC3A-0045B6BE90D9}" type="presParOf" srcId="{C8EB52B0-03F9-435C-B632-2E6E9D1E93B6}" destId="{37246512-AC4B-4606-9129-FA8DBDFD8A11}" srcOrd="1" destOrd="0" presId="urn:microsoft.com/office/officeart/2005/8/layout/hierarchy1"/>
    <dgm:cxn modelId="{E69C9482-B377-4092-BE09-C1AEBCF34539}" type="presParOf" srcId="{9214D887-DEC0-428E-8DBC-A39376594AF3}" destId="{6D83553B-7AA2-416F-AB3C-A03E8821C26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ECEA335-4DDF-4B7A-8799-BDB86051ADC6}" type="doc">
      <dgm:prSet loTypeId="urn:microsoft.com/office/officeart/2005/8/layout/process1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25EBEF41-07B7-4E84-AA6E-13A06A5E86D0}">
      <dgm:prSet custT="1"/>
      <dgm:spPr/>
      <dgm:t>
        <a:bodyPr/>
        <a:lstStyle/>
        <a:p>
          <a:r>
            <a:rPr lang="en-GB" sz="1900" dirty="0">
              <a:latin typeface="Corbel" panose="020B0503020204020204" pitchFamily="34" charset="0"/>
            </a:rPr>
            <a:t>This roadmap defines our educational framework for the 2026 fiscal year. By providing targeted training, we move beyond the role of a "policy broker" and become an integrated risk management partner.</a:t>
          </a:r>
          <a:endParaRPr lang="en-US" sz="1900" dirty="0">
            <a:latin typeface="Corbel" panose="020B0503020204020204" pitchFamily="34" charset="0"/>
          </a:endParaRPr>
        </a:p>
      </dgm:t>
    </dgm:pt>
    <dgm:pt modelId="{CF0B7F73-A7D7-42C7-94D9-19B6EECC1EEE}" type="parTrans" cxnId="{1F37C739-29FA-4870-B2B2-4E9F570AF96E}">
      <dgm:prSet/>
      <dgm:spPr/>
      <dgm:t>
        <a:bodyPr/>
        <a:lstStyle/>
        <a:p>
          <a:endParaRPr lang="en-US"/>
        </a:p>
      </dgm:t>
    </dgm:pt>
    <dgm:pt modelId="{9C9C078E-8CF0-44AF-B05E-F893BC7F2ADD}" type="sibTrans" cxnId="{1F37C739-29FA-4870-B2B2-4E9F570AF96E}">
      <dgm:prSet/>
      <dgm:spPr/>
      <dgm:t>
        <a:bodyPr/>
        <a:lstStyle/>
        <a:p>
          <a:endParaRPr lang="en-US"/>
        </a:p>
      </dgm:t>
    </dgm:pt>
    <dgm:pt modelId="{28F8C57C-CC71-4B3C-83BE-80FE046C6129}">
      <dgm:prSet custT="1"/>
      <dgm:spPr/>
      <dgm:t>
        <a:bodyPr/>
        <a:lstStyle/>
        <a:p>
          <a:r>
            <a:rPr lang="en-GB" sz="2000" b="1" i="1" dirty="0">
              <a:latin typeface="Corbel" panose="020B0503020204020204" pitchFamily="34" charset="0"/>
            </a:rPr>
            <a:t>Objective:</a:t>
          </a:r>
        </a:p>
        <a:p>
          <a:r>
            <a:rPr lang="en-GB" sz="2000" dirty="0">
              <a:latin typeface="Corbel" panose="020B0503020204020204" pitchFamily="34" charset="0"/>
            </a:rPr>
            <a:t>To empower client teams with the knowledge to reduce claims frequency and ensure regulatory compliance.</a:t>
          </a:r>
          <a:endParaRPr lang="en-US" sz="2000" dirty="0">
            <a:latin typeface="Corbel" panose="020B0503020204020204" pitchFamily="34" charset="0"/>
          </a:endParaRPr>
        </a:p>
      </dgm:t>
    </dgm:pt>
    <dgm:pt modelId="{59D680B1-FAE9-4C33-8B3C-3B80766420EA}" type="parTrans" cxnId="{2766090C-92F7-4453-A397-5963B9B10ED1}">
      <dgm:prSet/>
      <dgm:spPr/>
      <dgm:t>
        <a:bodyPr/>
        <a:lstStyle/>
        <a:p>
          <a:endParaRPr lang="en-US"/>
        </a:p>
      </dgm:t>
    </dgm:pt>
    <dgm:pt modelId="{9AE151A5-7F54-400B-9D5E-469084BCEC42}" type="sibTrans" cxnId="{2766090C-92F7-4453-A397-5963B9B10ED1}">
      <dgm:prSet/>
      <dgm:spPr/>
      <dgm:t>
        <a:bodyPr/>
        <a:lstStyle/>
        <a:p>
          <a:endParaRPr lang="en-US"/>
        </a:p>
      </dgm:t>
    </dgm:pt>
    <dgm:pt modelId="{2FA4C740-535E-4273-BC24-8AC4B231E80E}">
      <dgm:prSet custT="1"/>
      <dgm:spPr/>
      <dgm:t>
        <a:bodyPr/>
        <a:lstStyle/>
        <a:p>
          <a:r>
            <a:rPr lang="en-GB" sz="2000" b="1" i="1" dirty="0">
              <a:latin typeface="Corbel" panose="020B0503020204020204" pitchFamily="34" charset="0"/>
            </a:rPr>
            <a:t>Target Audience:</a:t>
          </a:r>
          <a:r>
            <a:rPr lang="en-GB" sz="2000" dirty="0">
              <a:latin typeface="Corbel" panose="020B0503020204020204" pitchFamily="34" charset="0"/>
            </a:rPr>
            <a:t> HR Managers, Operations Leads, Safety Officers, Staff and Executives. </a:t>
          </a:r>
          <a:endParaRPr lang="en-US" sz="2000" dirty="0">
            <a:latin typeface="Corbel" panose="020B0503020204020204" pitchFamily="34" charset="0"/>
          </a:endParaRPr>
        </a:p>
      </dgm:t>
    </dgm:pt>
    <dgm:pt modelId="{956AF438-A989-4DA4-9DC9-81BC4227F7E8}" type="parTrans" cxnId="{DC2E5843-691F-49D1-9B43-CDE4CDC07E5B}">
      <dgm:prSet/>
      <dgm:spPr/>
      <dgm:t>
        <a:bodyPr/>
        <a:lstStyle/>
        <a:p>
          <a:endParaRPr lang="en-US"/>
        </a:p>
      </dgm:t>
    </dgm:pt>
    <dgm:pt modelId="{BFA02402-D155-4900-B26A-CFFE5B1DC63A}" type="sibTrans" cxnId="{DC2E5843-691F-49D1-9B43-CDE4CDC07E5B}">
      <dgm:prSet/>
      <dgm:spPr/>
      <dgm:t>
        <a:bodyPr/>
        <a:lstStyle/>
        <a:p>
          <a:endParaRPr lang="en-US"/>
        </a:p>
      </dgm:t>
    </dgm:pt>
    <dgm:pt modelId="{77074FF7-DD1A-4288-AB83-4E68B7ABD9F9}">
      <dgm:prSet custT="1"/>
      <dgm:spPr/>
      <dgm:t>
        <a:bodyPr/>
        <a:lstStyle/>
        <a:p>
          <a:r>
            <a:rPr lang="en-GB" sz="2000" b="1" i="1" dirty="0">
              <a:latin typeface="Corbel" panose="020B0503020204020204" pitchFamily="34" charset="0"/>
            </a:rPr>
            <a:t>Delivery Formats:</a:t>
          </a:r>
          <a:r>
            <a:rPr lang="en-GB" sz="2000" dirty="0">
              <a:latin typeface="Corbel" panose="020B0503020204020204" pitchFamily="34" charset="0"/>
            </a:rPr>
            <a:t> </a:t>
          </a:r>
        </a:p>
        <a:p>
          <a:r>
            <a:rPr lang="en-GB" sz="2000" dirty="0">
              <a:latin typeface="Corbel" panose="020B0503020204020204" pitchFamily="34" charset="0"/>
            </a:rPr>
            <a:t>On-site workshops, quarterly webinars, or online sessions.</a:t>
          </a:r>
          <a:endParaRPr lang="en-US" sz="2000" dirty="0">
            <a:latin typeface="Corbel" panose="020B0503020204020204" pitchFamily="34" charset="0"/>
          </a:endParaRPr>
        </a:p>
      </dgm:t>
    </dgm:pt>
    <dgm:pt modelId="{6683C7CA-2FEB-48C3-A07F-26F3610E9025}" type="parTrans" cxnId="{9B8D0E09-4C51-4FFC-833B-23C9BD437B1B}">
      <dgm:prSet/>
      <dgm:spPr/>
      <dgm:t>
        <a:bodyPr/>
        <a:lstStyle/>
        <a:p>
          <a:endParaRPr lang="en-US"/>
        </a:p>
      </dgm:t>
    </dgm:pt>
    <dgm:pt modelId="{38D9DEFA-9D0A-457B-9A0F-E61290C502D7}" type="sibTrans" cxnId="{9B8D0E09-4C51-4FFC-833B-23C9BD437B1B}">
      <dgm:prSet/>
      <dgm:spPr/>
      <dgm:t>
        <a:bodyPr/>
        <a:lstStyle/>
        <a:p>
          <a:endParaRPr lang="en-US"/>
        </a:p>
      </dgm:t>
    </dgm:pt>
    <dgm:pt modelId="{B81E0DBD-0395-414B-8DEE-A33AE5A19B2B}" type="pres">
      <dgm:prSet presAssocID="{AECEA335-4DDF-4B7A-8799-BDB86051ADC6}" presName="Name0" presStyleCnt="0">
        <dgm:presLayoutVars>
          <dgm:dir/>
          <dgm:resizeHandles val="exact"/>
        </dgm:presLayoutVars>
      </dgm:prSet>
      <dgm:spPr/>
    </dgm:pt>
    <dgm:pt modelId="{F12FE0F3-648F-4FF6-98E8-207B92307A4A}" type="pres">
      <dgm:prSet presAssocID="{25EBEF41-07B7-4E84-AA6E-13A06A5E86D0}" presName="node" presStyleLbl="node1" presStyleIdx="0" presStyleCnt="4">
        <dgm:presLayoutVars>
          <dgm:bulletEnabled val="1"/>
        </dgm:presLayoutVars>
      </dgm:prSet>
      <dgm:spPr/>
    </dgm:pt>
    <dgm:pt modelId="{3E51C68C-9F88-4719-BB38-D2B85D1A712C}" type="pres">
      <dgm:prSet presAssocID="{9C9C078E-8CF0-44AF-B05E-F893BC7F2ADD}" presName="sibTrans" presStyleLbl="sibTrans2D1" presStyleIdx="0" presStyleCnt="3"/>
      <dgm:spPr/>
    </dgm:pt>
    <dgm:pt modelId="{942B16AC-BD3C-416F-9C1C-4A07C07DACD5}" type="pres">
      <dgm:prSet presAssocID="{9C9C078E-8CF0-44AF-B05E-F893BC7F2ADD}" presName="connectorText" presStyleLbl="sibTrans2D1" presStyleIdx="0" presStyleCnt="3"/>
      <dgm:spPr/>
    </dgm:pt>
    <dgm:pt modelId="{DA945FAA-47A9-4490-A767-B91376F50C31}" type="pres">
      <dgm:prSet presAssocID="{28F8C57C-CC71-4B3C-83BE-80FE046C6129}" presName="node" presStyleLbl="node1" presStyleIdx="1" presStyleCnt="4">
        <dgm:presLayoutVars>
          <dgm:bulletEnabled val="1"/>
        </dgm:presLayoutVars>
      </dgm:prSet>
      <dgm:spPr/>
    </dgm:pt>
    <dgm:pt modelId="{D6BCBB3B-4FB5-46D2-8E1F-77CB5F24AB21}" type="pres">
      <dgm:prSet presAssocID="{9AE151A5-7F54-400B-9D5E-469084BCEC42}" presName="sibTrans" presStyleLbl="sibTrans2D1" presStyleIdx="1" presStyleCnt="3"/>
      <dgm:spPr/>
    </dgm:pt>
    <dgm:pt modelId="{825DC95E-57A3-4455-98DA-9D9C98636B3A}" type="pres">
      <dgm:prSet presAssocID="{9AE151A5-7F54-400B-9D5E-469084BCEC42}" presName="connectorText" presStyleLbl="sibTrans2D1" presStyleIdx="1" presStyleCnt="3"/>
      <dgm:spPr/>
    </dgm:pt>
    <dgm:pt modelId="{F81F8967-DB3B-482F-971B-0331D1A7FBF5}" type="pres">
      <dgm:prSet presAssocID="{2FA4C740-535E-4273-BC24-8AC4B231E80E}" presName="node" presStyleLbl="node1" presStyleIdx="2" presStyleCnt="4">
        <dgm:presLayoutVars>
          <dgm:bulletEnabled val="1"/>
        </dgm:presLayoutVars>
      </dgm:prSet>
      <dgm:spPr/>
    </dgm:pt>
    <dgm:pt modelId="{452DA5DE-A282-43DA-8AAC-44B42DFB6007}" type="pres">
      <dgm:prSet presAssocID="{BFA02402-D155-4900-B26A-CFFE5B1DC63A}" presName="sibTrans" presStyleLbl="sibTrans2D1" presStyleIdx="2" presStyleCnt="3"/>
      <dgm:spPr/>
    </dgm:pt>
    <dgm:pt modelId="{CC0362BC-3999-4E2F-B287-3434EB6A4D45}" type="pres">
      <dgm:prSet presAssocID="{BFA02402-D155-4900-B26A-CFFE5B1DC63A}" presName="connectorText" presStyleLbl="sibTrans2D1" presStyleIdx="2" presStyleCnt="3"/>
      <dgm:spPr/>
    </dgm:pt>
    <dgm:pt modelId="{EF41B7E7-AA20-4D03-B5D0-BA5AC18EC05F}" type="pres">
      <dgm:prSet presAssocID="{77074FF7-DD1A-4288-AB83-4E68B7ABD9F9}" presName="node" presStyleLbl="node1" presStyleIdx="3" presStyleCnt="4">
        <dgm:presLayoutVars>
          <dgm:bulletEnabled val="1"/>
        </dgm:presLayoutVars>
      </dgm:prSet>
      <dgm:spPr/>
    </dgm:pt>
  </dgm:ptLst>
  <dgm:cxnLst>
    <dgm:cxn modelId="{9B8D0E09-4C51-4FFC-833B-23C9BD437B1B}" srcId="{AECEA335-4DDF-4B7A-8799-BDB86051ADC6}" destId="{77074FF7-DD1A-4288-AB83-4E68B7ABD9F9}" srcOrd="3" destOrd="0" parTransId="{6683C7CA-2FEB-48C3-A07F-26F3610E9025}" sibTransId="{38D9DEFA-9D0A-457B-9A0F-E61290C502D7}"/>
    <dgm:cxn modelId="{2766090C-92F7-4453-A397-5963B9B10ED1}" srcId="{AECEA335-4DDF-4B7A-8799-BDB86051ADC6}" destId="{28F8C57C-CC71-4B3C-83BE-80FE046C6129}" srcOrd="1" destOrd="0" parTransId="{59D680B1-FAE9-4C33-8B3C-3B80766420EA}" sibTransId="{9AE151A5-7F54-400B-9D5E-469084BCEC42}"/>
    <dgm:cxn modelId="{5D1D401E-91C6-409B-9046-F43E19E88701}" type="presOf" srcId="{28F8C57C-CC71-4B3C-83BE-80FE046C6129}" destId="{DA945FAA-47A9-4490-A767-B91376F50C31}" srcOrd="0" destOrd="0" presId="urn:microsoft.com/office/officeart/2005/8/layout/process1"/>
    <dgm:cxn modelId="{1F37C739-29FA-4870-B2B2-4E9F570AF96E}" srcId="{AECEA335-4DDF-4B7A-8799-BDB86051ADC6}" destId="{25EBEF41-07B7-4E84-AA6E-13A06A5E86D0}" srcOrd="0" destOrd="0" parTransId="{CF0B7F73-A7D7-42C7-94D9-19B6EECC1EEE}" sibTransId="{9C9C078E-8CF0-44AF-B05E-F893BC7F2ADD}"/>
    <dgm:cxn modelId="{0CCFAC5D-5C09-420C-A13F-DBD68FC60730}" type="presOf" srcId="{9AE151A5-7F54-400B-9D5E-469084BCEC42}" destId="{825DC95E-57A3-4455-98DA-9D9C98636B3A}" srcOrd="1" destOrd="0" presId="urn:microsoft.com/office/officeart/2005/8/layout/process1"/>
    <dgm:cxn modelId="{3E0A915F-C8A1-4E20-B29B-652499BA58A0}" type="presOf" srcId="{77074FF7-DD1A-4288-AB83-4E68B7ABD9F9}" destId="{EF41B7E7-AA20-4D03-B5D0-BA5AC18EC05F}" srcOrd="0" destOrd="0" presId="urn:microsoft.com/office/officeart/2005/8/layout/process1"/>
    <dgm:cxn modelId="{DC2E5843-691F-49D1-9B43-CDE4CDC07E5B}" srcId="{AECEA335-4DDF-4B7A-8799-BDB86051ADC6}" destId="{2FA4C740-535E-4273-BC24-8AC4B231E80E}" srcOrd="2" destOrd="0" parTransId="{956AF438-A989-4DA4-9DC9-81BC4227F7E8}" sibTransId="{BFA02402-D155-4900-B26A-CFFE5B1DC63A}"/>
    <dgm:cxn modelId="{DA39DC44-76C2-403B-8C2E-DD12E95E384C}" type="presOf" srcId="{9C9C078E-8CF0-44AF-B05E-F893BC7F2ADD}" destId="{3E51C68C-9F88-4719-BB38-D2B85D1A712C}" srcOrd="0" destOrd="0" presId="urn:microsoft.com/office/officeart/2005/8/layout/process1"/>
    <dgm:cxn modelId="{5B6AFD68-EE89-4770-84A6-9DDB6274B6CD}" type="presOf" srcId="{25EBEF41-07B7-4E84-AA6E-13A06A5E86D0}" destId="{F12FE0F3-648F-4FF6-98E8-207B92307A4A}" srcOrd="0" destOrd="0" presId="urn:microsoft.com/office/officeart/2005/8/layout/process1"/>
    <dgm:cxn modelId="{387EB46A-8730-4FA5-9214-B2EDF736B7C1}" type="presOf" srcId="{AECEA335-4DDF-4B7A-8799-BDB86051ADC6}" destId="{B81E0DBD-0395-414B-8DEE-A33AE5A19B2B}" srcOrd="0" destOrd="0" presId="urn:microsoft.com/office/officeart/2005/8/layout/process1"/>
    <dgm:cxn modelId="{34ABE187-91D5-4B9E-BC24-FB820116EE5E}" type="presOf" srcId="{BFA02402-D155-4900-B26A-CFFE5B1DC63A}" destId="{452DA5DE-A282-43DA-8AAC-44B42DFB6007}" srcOrd="0" destOrd="0" presId="urn:microsoft.com/office/officeart/2005/8/layout/process1"/>
    <dgm:cxn modelId="{5817BFC0-2836-4576-B685-DB957B3BE5BE}" type="presOf" srcId="{9AE151A5-7F54-400B-9D5E-469084BCEC42}" destId="{D6BCBB3B-4FB5-46D2-8E1F-77CB5F24AB21}" srcOrd="0" destOrd="0" presId="urn:microsoft.com/office/officeart/2005/8/layout/process1"/>
    <dgm:cxn modelId="{E0CABAC6-46C6-4775-8CEC-900F30DC3C02}" type="presOf" srcId="{9C9C078E-8CF0-44AF-B05E-F893BC7F2ADD}" destId="{942B16AC-BD3C-416F-9C1C-4A07C07DACD5}" srcOrd="1" destOrd="0" presId="urn:microsoft.com/office/officeart/2005/8/layout/process1"/>
    <dgm:cxn modelId="{05675ED0-EA87-4E98-8485-03CC189C06D0}" type="presOf" srcId="{BFA02402-D155-4900-B26A-CFFE5B1DC63A}" destId="{CC0362BC-3999-4E2F-B287-3434EB6A4D45}" srcOrd="1" destOrd="0" presId="urn:microsoft.com/office/officeart/2005/8/layout/process1"/>
    <dgm:cxn modelId="{75E5EFF5-1E84-4B4D-9280-B019266ABCDB}" type="presOf" srcId="{2FA4C740-535E-4273-BC24-8AC4B231E80E}" destId="{F81F8967-DB3B-482F-971B-0331D1A7FBF5}" srcOrd="0" destOrd="0" presId="urn:microsoft.com/office/officeart/2005/8/layout/process1"/>
    <dgm:cxn modelId="{63C1BBF6-F7C4-48DB-A743-D6CA7F35EC8D}" type="presParOf" srcId="{B81E0DBD-0395-414B-8DEE-A33AE5A19B2B}" destId="{F12FE0F3-648F-4FF6-98E8-207B92307A4A}" srcOrd="0" destOrd="0" presId="urn:microsoft.com/office/officeart/2005/8/layout/process1"/>
    <dgm:cxn modelId="{A52CC73A-6ED7-4C5C-BD04-A44BBC944011}" type="presParOf" srcId="{B81E0DBD-0395-414B-8DEE-A33AE5A19B2B}" destId="{3E51C68C-9F88-4719-BB38-D2B85D1A712C}" srcOrd="1" destOrd="0" presId="urn:microsoft.com/office/officeart/2005/8/layout/process1"/>
    <dgm:cxn modelId="{4EE113EB-6020-44C4-9EA3-02077C47610C}" type="presParOf" srcId="{3E51C68C-9F88-4719-BB38-D2B85D1A712C}" destId="{942B16AC-BD3C-416F-9C1C-4A07C07DACD5}" srcOrd="0" destOrd="0" presId="urn:microsoft.com/office/officeart/2005/8/layout/process1"/>
    <dgm:cxn modelId="{4D19DF86-68D5-47C6-8777-D8948380916C}" type="presParOf" srcId="{B81E0DBD-0395-414B-8DEE-A33AE5A19B2B}" destId="{DA945FAA-47A9-4490-A767-B91376F50C31}" srcOrd="2" destOrd="0" presId="urn:microsoft.com/office/officeart/2005/8/layout/process1"/>
    <dgm:cxn modelId="{BEA141D1-F2BE-4615-BB62-000FC7B07D20}" type="presParOf" srcId="{B81E0DBD-0395-414B-8DEE-A33AE5A19B2B}" destId="{D6BCBB3B-4FB5-46D2-8E1F-77CB5F24AB21}" srcOrd="3" destOrd="0" presId="urn:microsoft.com/office/officeart/2005/8/layout/process1"/>
    <dgm:cxn modelId="{5CBC0B00-99BF-4F67-AF6E-A6706278602F}" type="presParOf" srcId="{D6BCBB3B-4FB5-46D2-8E1F-77CB5F24AB21}" destId="{825DC95E-57A3-4455-98DA-9D9C98636B3A}" srcOrd="0" destOrd="0" presId="urn:microsoft.com/office/officeart/2005/8/layout/process1"/>
    <dgm:cxn modelId="{B9E83EC3-96B5-4705-91DF-255F3E7EE01B}" type="presParOf" srcId="{B81E0DBD-0395-414B-8DEE-A33AE5A19B2B}" destId="{F81F8967-DB3B-482F-971B-0331D1A7FBF5}" srcOrd="4" destOrd="0" presId="urn:microsoft.com/office/officeart/2005/8/layout/process1"/>
    <dgm:cxn modelId="{7E303EC9-CEEF-4922-881D-4A746ECA443E}" type="presParOf" srcId="{B81E0DBD-0395-414B-8DEE-A33AE5A19B2B}" destId="{452DA5DE-A282-43DA-8AAC-44B42DFB6007}" srcOrd="5" destOrd="0" presId="urn:microsoft.com/office/officeart/2005/8/layout/process1"/>
    <dgm:cxn modelId="{8788E1A0-E98E-4AE7-8F09-A817DCF45CBF}" type="presParOf" srcId="{452DA5DE-A282-43DA-8AAC-44B42DFB6007}" destId="{CC0362BC-3999-4E2F-B287-3434EB6A4D45}" srcOrd="0" destOrd="0" presId="urn:microsoft.com/office/officeart/2005/8/layout/process1"/>
    <dgm:cxn modelId="{60F1272F-52B2-460F-9679-C8BB39B8CC0E}" type="presParOf" srcId="{B81E0DBD-0395-414B-8DEE-A33AE5A19B2B}" destId="{EF41B7E7-AA20-4D03-B5D0-BA5AC18EC05F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4B47273-9C2C-401E-A55A-F6F8AB4E7E4B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91CFEA0-0587-4DBE-A5EC-CBBB32A0DFA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500" dirty="0">
              <a:latin typeface="Corbel" panose="020B0503020204020204" pitchFamily="34" charset="0"/>
            </a:rPr>
            <a:t>Step						Action Item</a:t>
          </a:r>
          <a:endParaRPr lang="en-US" sz="2500" dirty="0">
            <a:latin typeface="Corbel" panose="020B0503020204020204" pitchFamily="34" charset="0"/>
          </a:endParaRPr>
        </a:p>
      </dgm:t>
    </dgm:pt>
    <dgm:pt modelId="{40DF78FF-338D-47A9-8D63-E68269320F84}" type="parTrans" cxnId="{201C7D0C-3924-42F7-949D-2E07F241A99F}">
      <dgm:prSet/>
      <dgm:spPr/>
      <dgm:t>
        <a:bodyPr/>
        <a:lstStyle/>
        <a:p>
          <a:endParaRPr lang="en-US"/>
        </a:p>
      </dgm:t>
    </dgm:pt>
    <dgm:pt modelId="{9DE24142-07E9-4E03-8590-E12E3BA2A30B}" type="sibTrans" cxnId="{201C7D0C-3924-42F7-949D-2E07F241A99F}">
      <dgm:prSet/>
      <dgm:spPr/>
      <dgm:t>
        <a:bodyPr/>
        <a:lstStyle/>
        <a:p>
          <a:endParaRPr lang="en-US"/>
        </a:p>
      </dgm:t>
    </dgm:pt>
    <dgm:pt modelId="{D1941558-7CC0-494D-BEAF-8751FEFF1A85}">
      <dgm:prSet custT="1"/>
      <dgm:spPr/>
      <dgm:t>
        <a:bodyPr/>
        <a:lstStyle/>
        <a:p>
          <a:pPr algn="l">
            <a:lnSpc>
              <a:spcPct val="100000"/>
            </a:lnSpc>
          </a:pPr>
          <a:r>
            <a:rPr lang="en-GB" sz="2500" dirty="0">
              <a:latin typeface="Corbel" panose="020B0503020204020204" pitchFamily="34" charset="0"/>
            </a:rPr>
            <a:t>Needs Assessment	Identify training gaps during Greet &amp; Meet sessions</a:t>
          </a:r>
          <a:endParaRPr lang="en-US" sz="2500" dirty="0">
            <a:latin typeface="Corbel" panose="020B0503020204020204" pitchFamily="34" charset="0"/>
          </a:endParaRPr>
        </a:p>
      </dgm:t>
    </dgm:pt>
    <dgm:pt modelId="{9F64A12E-955F-4132-B923-8BADE2BDDA61}" type="parTrans" cxnId="{C79C3ACB-0728-4C91-B506-B11BDE412427}">
      <dgm:prSet/>
      <dgm:spPr/>
      <dgm:t>
        <a:bodyPr/>
        <a:lstStyle/>
        <a:p>
          <a:endParaRPr lang="en-US"/>
        </a:p>
      </dgm:t>
    </dgm:pt>
    <dgm:pt modelId="{849C2F90-E068-48BE-911B-4F4CC9B22DCA}" type="sibTrans" cxnId="{C79C3ACB-0728-4C91-B506-B11BDE412427}">
      <dgm:prSet/>
      <dgm:spPr/>
      <dgm:t>
        <a:bodyPr/>
        <a:lstStyle/>
        <a:p>
          <a:endParaRPr lang="en-US"/>
        </a:p>
      </dgm:t>
    </dgm:pt>
    <dgm:pt modelId="{E49EBC29-1482-4814-915B-BE5276753C0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500" dirty="0">
              <a:latin typeface="Corbel" panose="020B0503020204020204" pitchFamily="34" charset="0"/>
            </a:rPr>
            <a:t>Curriculum Design		Customize materials to client needs</a:t>
          </a:r>
          <a:endParaRPr lang="en-US" sz="2500" dirty="0">
            <a:latin typeface="Corbel" panose="020B0503020204020204" pitchFamily="34" charset="0"/>
          </a:endParaRPr>
        </a:p>
      </dgm:t>
    </dgm:pt>
    <dgm:pt modelId="{6CA29989-07CE-416F-9B40-A2EB7BE28999}" type="parTrans" cxnId="{53E526E3-2561-478F-B692-38A0B7223E7B}">
      <dgm:prSet/>
      <dgm:spPr/>
      <dgm:t>
        <a:bodyPr/>
        <a:lstStyle/>
        <a:p>
          <a:endParaRPr lang="en-US"/>
        </a:p>
      </dgm:t>
    </dgm:pt>
    <dgm:pt modelId="{03BB1FF0-A9D2-4B47-AA8B-6A607D380D74}" type="sibTrans" cxnId="{53E526E3-2561-478F-B692-38A0B7223E7B}">
      <dgm:prSet/>
      <dgm:spPr/>
      <dgm:t>
        <a:bodyPr/>
        <a:lstStyle/>
        <a:p>
          <a:endParaRPr lang="en-US"/>
        </a:p>
      </dgm:t>
    </dgm:pt>
    <dgm:pt modelId="{2A3C65D2-A26F-4AEB-AEDB-C42FB256997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500" dirty="0">
              <a:latin typeface="Corbel" panose="020B0503020204020204" pitchFamily="34" charset="0"/>
            </a:rPr>
            <a:t>Delivery				Execute training (On-site / Virtual)</a:t>
          </a:r>
          <a:endParaRPr lang="en-US" sz="2500" dirty="0">
            <a:latin typeface="Corbel" panose="020B0503020204020204" pitchFamily="34" charset="0"/>
          </a:endParaRPr>
        </a:p>
      </dgm:t>
    </dgm:pt>
    <dgm:pt modelId="{D8DE9B91-759D-4432-81AB-20353274315C}" type="parTrans" cxnId="{BD4C884C-CB35-4DB7-9F5C-62CF06E07B8B}">
      <dgm:prSet/>
      <dgm:spPr/>
      <dgm:t>
        <a:bodyPr/>
        <a:lstStyle/>
        <a:p>
          <a:endParaRPr lang="en-US"/>
        </a:p>
      </dgm:t>
    </dgm:pt>
    <dgm:pt modelId="{8C19AC13-4C10-4525-88EB-08E5FB3479A8}" type="sibTrans" cxnId="{BD4C884C-CB35-4DB7-9F5C-62CF06E07B8B}">
      <dgm:prSet/>
      <dgm:spPr/>
      <dgm:t>
        <a:bodyPr/>
        <a:lstStyle/>
        <a:p>
          <a:endParaRPr lang="en-US"/>
        </a:p>
      </dgm:t>
    </dgm:pt>
    <dgm:pt modelId="{D9DD7E45-9C17-47E8-A761-934E629E41C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500" dirty="0">
              <a:latin typeface="Corbel" panose="020B0503020204020204" pitchFamily="34" charset="0"/>
            </a:rPr>
            <a:t>Verification			Evaluate effectiveness and learning outcome</a:t>
          </a:r>
          <a:endParaRPr lang="en-US" sz="2500" dirty="0">
            <a:latin typeface="Corbel" panose="020B0503020204020204" pitchFamily="34" charset="0"/>
          </a:endParaRPr>
        </a:p>
      </dgm:t>
    </dgm:pt>
    <dgm:pt modelId="{4F091EFD-C923-4DAD-8AE9-7AD8CE2F4B81}" type="parTrans" cxnId="{DBE84E72-F4A0-49C7-A17F-EC27A4A9E851}">
      <dgm:prSet/>
      <dgm:spPr/>
      <dgm:t>
        <a:bodyPr/>
        <a:lstStyle/>
        <a:p>
          <a:endParaRPr lang="en-US"/>
        </a:p>
      </dgm:t>
    </dgm:pt>
    <dgm:pt modelId="{BA91CEF2-168E-4097-8CDC-7FECE1312318}" type="sibTrans" cxnId="{DBE84E72-F4A0-49C7-A17F-EC27A4A9E851}">
      <dgm:prSet/>
      <dgm:spPr/>
      <dgm:t>
        <a:bodyPr/>
        <a:lstStyle/>
        <a:p>
          <a:endParaRPr lang="en-US"/>
        </a:p>
      </dgm:t>
    </dgm:pt>
    <dgm:pt modelId="{C90145B3-691C-45D5-AB90-0EDF2B36062D}" type="pres">
      <dgm:prSet presAssocID="{84B47273-9C2C-401E-A55A-F6F8AB4E7E4B}" presName="linear" presStyleCnt="0">
        <dgm:presLayoutVars>
          <dgm:animLvl val="lvl"/>
          <dgm:resizeHandles val="exact"/>
        </dgm:presLayoutVars>
      </dgm:prSet>
      <dgm:spPr/>
    </dgm:pt>
    <dgm:pt modelId="{53350229-8EBF-4E1B-AE3F-8530C80E7C8A}" type="pres">
      <dgm:prSet presAssocID="{791CFEA0-0587-4DBE-A5EC-CBBB32A0DFAD}" presName="parentText" presStyleLbl="node1" presStyleIdx="0" presStyleCnt="5" custLinFactNeighborX="-110" custLinFactNeighborY="70553">
        <dgm:presLayoutVars>
          <dgm:chMax val="0"/>
          <dgm:bulletEnabled val="1"/>
        </dgm:presLayoutVars>
      </dgm:prSet>
      <dgm:spPr/>
    </dgm:pt>
    <dgm:pt modelId="{55566BE0-495E-43A3-BD8D-4C51DD1C4C2A}" type="pres">
      <dgm:prSet presAssocID="{9DE24142-07E9-4E03-8590-E12E3BA2A30B}" presName="spacer" presStyleCnt="0"/>
      <dgm:spPr/>
    </dgm:pt>
    <dgm:pt modelId="{075CA209-9602-4062-8EC2-1A792DB1877E}" type="pres">
      <dgm:prSet presAssocID="{D1941558-7CC0-494D-BEAF-8751FEFF1A85}" presName="parentText" presStyleLbl="node1" presStyleIdx="1" presStyleCnt="5" custLinFactNeighborX="-110" custLinFactNeighborY="70553">
        <dgm:presLayoutVars>
          <dgm:chMax val="0"/>
          <dgm:bulletEnabled val="1"/>
        </dgm:presLayoutVars>
      </dgm:prSet>
      <dgm:spPr/>
    </dgm:pt>
    <dgm:pt modelId="{F8E99D1A-DE9F-442F-B89A-E809E522228E}" type="pres">
      <dgm:prSet presAssocID="{849C2F90-E068-48BE-911B-4F4CC9B22DCA}" presName="spacer" presStyleCnt="0"/>
      <dgm:spPr/>
    </dgm:pt>
    <dgm:pt modelId="{5D376272-3074-425D-B1CA-DED9E1977CDC}" type="pres">
      <dgm:prSet presAssocID="{E49EBC29-1482-4814-915B-BE5276753C04}" presName="parentText" presStyleLbl="node1" presStyleIdx="2" presStyleCnt="5" custLinFactNeighborX="-482" custLinFactNeighborY="20772">
        <dgm:presLayoutVars>
          <dgm:chMax val="0"/>
          <dgm:bulletEnabled val="1"/>
        </dgm:presLayoutVars>
      </dgm:prSet>
      <dgm:spPr/>
    </dgm:pt>
    <dgm:pt modelId="{8D458544-0EED-4A29-99AB-11150369AA82}" type="pres">
      <dgm:prSet presAssocID="{03BB1FF0-A9D2-4B47-AA8B-6A607D380D74}" presName="spacer" presStyleCnt="0"/>
      <dgm:spPr/>
    </dgm:pt>
    <dgm:pt modelId="{AB1B9C65-E15D-4882-BC98-1A60CC2CEF5E}" type="pres">
      <dgm:prSet presAssocID="{2A3C65D2-A26F-4AEB-AEDB-C42FB256997F}" presName="parentText" presStyleLbl="node1" presStyleIdx="3" presStyleCnt="5" custLinFactNeighborX="-482" custLinFactNeighborY="29125">
        <dgm:presLayoutVars>
          <dgm:chMax val="0"/>
          <dgm:bulletEnabled val="1"/>
        </dgm:presLayoutVars>
      </dgm:prSet>
      <dgm:spPr/>
    </dgm:pt>
    <dgm:pt modelId="{C8AAC2D6-9327-4D4C-94C2-260752132E78}" type="pres">
      <dgm:prSet presAssocID="{8C19AC13-4C10-4525-88EB-08E5FB3479A8}" presName="spacer" presStyleCnt="0"/>
      <dgm:spPr/>
    </dgm:pt>
    <dgm:pt modelId="{4BF7DA5A-A7B5-44FF-BE48-3857023DC5CF}" type="pres">
      <dgm:prSet presAssocID="{D9DD7E45-9C17-47E8-A761-934E629E41CE}" presName="parentText" presStyleLbl="node1" presStyleIdx="4" presStyleCnt="5" custLinFactY="29694" custLinFactNeighborX="941" custLinFactNeighborY="100000">
        <dgm:presLayoutVars>
          <dgm:chMax val="0"/>
          <dgm:bulletEnabled val="1"/>
        </dgm:presLayoutVars>
      </dgm:prSet>
      <dgm:spPr/>
    </dgm:pt>
  </dgm:ptLst>
  <dgm:cxnLst>
    <dgm:cxn modelId="{201C7D0C-3924-42F7-949D-2E07F241A99F}" srcId="{84B47273-9C2C-401E-A55A-F6F8AB4E7E4B}" destId="{791CFEA0-0587-4DBE-A5EC-CBBB32A0DFAD}" srcOrd="0" destOrd="0" parTransId="{40DF78FF-338D-47A9-8D63-E68269320F84}" sibTransId="{9DE24142-07E9-4E03-8590-E12E3BA2A30B}"/>
    <dgm:cxn modelId="{F3228E2E-E9A7-4172-9E39-CB36F00A5E90}" type="presOf" srcId="{2A3C65D2-A26F-4AEB-AEDB-C42FB256997F}" destId="{AB1B9C65-E15D-4882-BC98-1A60CC2CEF5E}" srcOrd="0" destOrd="0" presId="urn:microsoft.com/office/officeart/2005/8/layout/vList2"/>
    <dgm:cxn modelId="{2E15763E-3AFD-4477-B627-493A270A69DC}" type="presOf" srcId="{D1941558-7CC0-494D-BEAF-8751FEFF1A85}" destId="{075CA209-9602-4062-8EC2-1A792DB1877E}" srcOrd="0" destOrd="0" presId="urn:microsoft.com/office/officeart/2005/8/layout/vList2"/>
    <dgm:cxn modelId="{BD4C884C-CB35-4DB7-9F5C-62CF06E07B8B}" srcId="{84B47273-9C2C-401E-A55A-F6F8AB4E7E4B}" destId="{2A3C65D2-A26F-4AEB-AEDB-C42FB256997F}" srcOrd="3" destOrd="0" parTransId="{D8DE9B91-759D-4432-81AB-20353274315C}" sibTransId="{8C19AC13-4C10-4525-88EB-08E5FB3479A8}"/>
    <dgm:cxn modelId="{2A090D52-3306-45F4-B16A-F8EC7DAD8B31}" type="presOf" srcId="{D9DD7E45-9C17-47E8-A761-934E629E41CE}" destId="{4BF7DA5A-A7B5-44FF-BE48-3857023DC5CF}" srcOrd="0" destOrd="0" presId="urn:microsoft.com/office/officeart/2005/8/layout/vList2"/>
    <dgm:cxn modelId="{DBE84E72-F4A0-49C7-A17F-EC27A4A9E851}" srcId="{84B47273-9C2C-401E-A55A-F6F8AB4E7E4B}" destId="{D9DD7E45-9C17-47E8-A761-934E629E41CE}" srcOrd="4" destOrd="0" parTransId="{4F091EFD-C923-4DAD-8AE9-7AD8CE2F4B81}" sibTransId="{BA91CEF2-168E-4097-8CDC-7FECE1312318}"/>
    <dgm:cxn modelId="{F6688979-FB39-4397-82C9-FC7435766A7C}" type="presOf" srcId="{84B47273-9C2C-401E-A55A-F6F8AB4E7E4B}" destId="{C90145B3-691C-45D5-AB90-0EDF2B36062D}" srcOrd="0" destOrd="0" presId="urn:microsoft.com/office/officeart/2005/8/layout/vList2"/>
    <dgm:cxn modelId="{CBFFECA7-789C-4AEC-8CB5-168FFAEED331}" type="presOf" srcId="{E49EBC29-1482-4814-915B-BE5276753C04}" destId="{5D376272-3074-425D-B1CA-DED9E1977CDC}" srcOrd="0" destOrd="0" presId="urn:microsoft.com/office/officeart/2005/8/layout/vList2"/>
    <dgm:cxn modelId="{C79C3ACB-0728-4C91-B506-B11BDE412427}" srcId="{84B47273-9C2C-401E-A55A-F6F8AB4E7E4B}" destId="{D1941558-7CC0-494D-BEAF-8751FEFF1A85}" srcOrd="1" destOrd="0" parTransId="{9F64A12E-955F-4132-B923-8BADE2BDDA61}" sibTransId="{849C2F90-E068-48BE-911B-4F4CC9B22DCA}"/>
    <dgm:cxn modelId="{53E526E3-2561-478F-B692-38A0B7223E7B}" srcId="{84B47273-9C2C-401E-A55A-F6F8AB4E7E4B}" destId="{E49EBC29-1482-4814-915B-BE5276753C04}" srcOrd="2" destOrd="0" parTransId="{6CA29989-07CE-416F-9B40-A2EB7BE28999}" sibTransId="{03BB1FF0-A9D2-4B47-AA8B-6A607D380D74}"/>
    <dgm:cxn modelId="{11BBA4FD-93FB-43CE-A6B0-EA7BC2BEA780}" type="presOf" srcId="{791CFEA0-0587-4DBE-A5EC-CBBB32A0DFAD}" destId="{53350229-8EBF-4E1B-AE3F-8530C80E7C8A}" srcOrd="0" destOrd="0" presId="urn:microsoft.com/office/officeart/2005/8/layout/vList2"/>
    <dgm:cxn modelId="{220E9BB4-74EA-4F80-AA80-272949799A3C}" type="presParOf" srcId="{C90145B3-691C-45D5-AB90-0EDF2B36062D}" destId="{53350229-8EBF-4E1B-AE3F-8530C80E7C8A}" srcOrd="0" destOrd="0" presId="urn:microsoft.com/office/officeart/2005/8/layout/vList2"/>
    <dgm:cxn modelId="{FE7BCEBF-CA61-4279-BB64-0309515D3799}" type="presParOf" srcId="{C90145B3-691C-45D5-AB90-0EDF2B36062D}" destId="{55566BE0-495E-43A3-BD8D-4C51DD1C4C2A}" srcOrd="1" destOrd="0" presId="urn:microsoft.com/office/officeart/2005/8/layout/vList2"/>
    <dgm:cxn modelId="{05CA0FEB-9FCE-4214-A932-9C19CEBB3EF9}" type="presParOf" srcId="{C90145B3-691C-45D5-AB90-0EDF2B36062D}" destId="{075CA209-9602-4062-8EC2-1A792DB1877E}" srcOrd="2" destOrd="0" presId="urn:microsoft.com/office/officeart/2005/8/layout/vList2"/>
    <dgm:cxn modelId="{107FAC18-7CB8-45EC-8BFA-55617D6E270C}" type="presParOf" srcId="{C90145B3-691C-45D5-AB90-0EDF2B36062D}" destId="{F8E99D1A-DE9F-442F-B89A-E809E522228E}" srcOrd="3" destOrd="0" presId="urn:microsoft.com/office/officeart/2005/8/layout/vList2"/>
    <dgm:cxn modelId="{646E0E77-C519-47C0-9901-DD7513AB8861}" type="presParOf" srcId="{C90145B3-691C-45D5-AB90-0EDF2B36062D}" destId="{5D376272-3074-425D-B1CA-DED9E1977CDC}" srcOrd="4" destOrd="0" presId="urn:microsoft.com/office/officeart/2005/8/layout/vList2"/>
    <dgm:cxn modelId="{EAC26EB9-5749-4969-8BB5-1BC7AA0A5120}" type="presParOf" srcId="{C90145B3-691C-45D5-AB90-0EDF2B36062D}" destId="{8D458544-0EED-4A29-99AB-11150369AA82}" srcOrd="5" destOrd="0" presId="urn:microsoft.com/office/officeart/2005/8/layout/vList2"/>
    <dgm:cxn modelId="{978AD315-68E3-4BD8-A725-ACC25BE23176}" type="presParOf" srcId="{C90145B3-691C-45D5-AB90-0EDF2B36062D}" destId="{AB1B9C65-E15D-4882-BC98-1A60CC2CEF5E}" srcOrd="6" destOrd="0" presId="urn:microsoft.com/office/officeart/2005/8/layout/vList2"/>
    <dgm:cxn modelId="{AF95F8D2-77A1-4363-A4F8-60671C788610}" type="presParOf" srcId="{C90145B3-691C-45D5-AB90-0EDF2B36062D}" destId="{C8AAC2D6-9327-4D4C-94C2-260752132E78}" srcOrd="7" destOrd="0" presId="urn:microsoft.com/office/officeart/2005/8/layout/vList2"/>
    <dgm:cxn modelId="{41351B39-CC4B-4339-B2FC-8404B348D154}" type="presParOf" srcId="{C90145B3-691C-45D5-AB90-0EDF2B36062D}" destId="{4BF7DA5A-A7B5-44FF-BE48-3857023DC5CF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1C2A471-8E11-44CA-93C8-381BFB501A7A}" type="doc">
      <dgm:prSet loTypeId="urn:microsoft.com/office/officeart/2005/8/layout/matrix3" loCatId="matrix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EBA4AD0F-6BC2-4111-954A-001F313BF325}">
      <dgm:prSet custT="1"/>
      <dgm:spPr/>
      <dgm:t>
        <a:bodyPr/>
        <a:lstStyle/>
        <a:p>
          <a:r>
            <a:rPr lang="en-US" sz="2500" dirty="0">
              <a:latin typeface="Corbel" panose="020B0503020204020204" pitchFamily="34" charset="0"/>
            </a:rPr>
            <a:t>Enhanced client knowledge &amp; skillsets.</a:t>
          </a:r>
        </a:p>
      </dgm:t>
    </dgm:pt>
    <dgm:pt modelId="{B6894FFE-4517-4288-A786-D81BC805E145}" type="parTrans" cxnId="{79D152C3-C19E-4004-989E-667E8A1BA0B3}">
      <dgm:prSet/>
      <dgm:spPr/>
      <dgm:t>
        <a:bodyPr/>
        <a:lstStyle/>
        <a:p>
          <a:endParaRPr lang="en-US"/>
        </a:p>
      </dgm:t>
    </dgm:pt>
    <dgm:pt modelId="{6C99DB75-FED0-40F8-8B22-FDDE272C4C90}" type="sibTrans" cxnId="{79D152C3-C19E-4004-989E-667E8A1BA0B3}">
      <dgm:prSet/>
      <dgm:spPr/>
      <dgm:t>
        <a:bodyPr/>
        <a:lstStyle/>
        <a:p>
          <a:endParaRPr lang="en-US"/>
        </a:p>
      </dgm:t>
    </dgm:pt>
    <dgm:pt modelId="{DF78F971-E770-4312-8064-31C44F8D2521}">
      <dgm:prSet custT="1"/>
      <dgm:spPr/>
      <dgm:t>
        <a:bodyPr/>
        <a:lstStyle/>
        <a:p>
          <a:r>
            <a:rPr lang="en-US" sz="2500" dirty="0">
              <a:latin typeface="Corbel" panose="020B0503020204020204" pitchFamily="34" charset="0"/>
            </a:rPr>
            <a:t>Reduced claims frequency &amp; operational risks.</a:t>
          </a:r>
        </a:p>
      </dgm:t>
    </dgm:pt>
    <dgm:pt modelId="{E6654220-5330-46BA-9556-EE30804AE62A}" type="parTrans" cxnId="{43DA97A8-1898-4B92-B0A7-57DACD51B6BB}">
      <dgm:prSet/>
      <dgm:spPr/>
      <dgm:t>
        <a:bodyPr/>
        <a:lstStyle/>
        <a:p>
          <a:endParaRPr lang="en-US"/>
        </a:p>
      </dgm:t>
    </dgm:pt>
    <dgm:pt modelId="{D0C7B3FC-931F-4918-AFED-AE1C72827769}" type="sibTrans" cxnId="{43DA97A8-1898-4B92-B0A7-57DACD51B6BB}">
      <dgm:prSet/>
      <dgm:spPr/>
      <dgm:t>
        <a:bodyPr/>
        <a:lstStyle/>
        <a:p>
          <a:endParaRPr lang="en-US"/>
        </a:p>
      </dgm:t>
    </dgm:pt>
    <dgm:pt modelId="{B976328E-FFD0-4DEB-87E9-7717D245901C}">
      <dgm:prSet custT="1"/>
      <dgm:spPr/>
      <dgm:t>
        <a:bodyPr/>
        <a:lstStyle/>
        <a:p>
          <a:r>
            <a:rPr lang="en-US" sz="2500" dirty="0">
              <a:latin typeface="Corbel" panose="020B0503020204020204" pitchFamily="34" charset="0"/>
            </a:rPr>
            <a:t>Strengthened regulatory compliance awareness.</a:t>
          </a:r>
        </a:p>
      </dgm:t>
    </dgm:pt>
    <dgm:pt modelId="{6608F368-592A-4E2F-8F81-E71AB910F80A}" type="parTrans" cxnId="{7BB8C82B-ECCF-4057-BE2A-8D64A47E579F}">
      <dgm:prSet/>
      <dgm:spPr/>
      <dgm:t>
        <a:bodyPr/>
        <a:lstStyle/>
        <a:p>
          <a:endParaRPr lang="en-US"/>
        </a:p>
      </dgm:t>
    </dgm:pt>
    <dgm:pt modelId="{CD420691-E0CE-4059-BF9D-6EDF67B8103F}" type="sibTrans" cxnId="{7BB8C82B-ECCF-4057-BE2A-8D64A47E579F}">
      <dgm:prSet/>
      <dgm:spPr/>
      <dgm:t>
        <a:bodyPr/>
        <a:lstStyle/>
        <a:p>
          <a:endParaRPr lang="en-US"/>
        </a:p>
      </dgm:t>
    </dgm:pt>
    <dgm:pt modelId="{61801A95-9EB0-4928-8A72-6F73CEBEF243}">
      <dgm:prSet custT="1"/>
      <dgm:spPr/>
      <dgm:t>
        <a:bodyPr/>
        <a:lstStyle/>
        <a:p>
          <a:r>
            <a:rPr lang="en-US" sz="2500" dirty="0">
              <a:latin typeface="Corbel" panose="020B0503020204020204" pitchFamily="34" charset="0"/>
            </a:rPr>
            <a:t>Reinforced position as strategic risk management partner.</a:t>
          </a:r>
        </a:p>
      </dgm:t>
    </dgm:pt>
    <dgm:pt modelId="{9468B899-78A9-4225-A673-3CE117B00D29}" type="parTrans" cxnId="{DFA47A9C-9F2C-4BC6-844A-88BB5E948924}">
      <dgm:prSet/>
      <dgm:spPr/>
      <dgm:t>
        <a:bodyPr/>
        <a:lstStyle/>
        <a:p>
          <a:endParaRPr lang="en-US"/>
        </a:p>
      </dgm:t>
    </dgm:pt>
    <dgm:pt modelId="{F8DE35A8-65E2-4A67-A23B-D7A435204934}" type="sibTrans" cxnId="{DFA47A9C-9F2C-4BC6-844A-88BB5E948924}">
      <dgm:prSet/>
      <dgm:spPr/>
      <dgm:t>
        <a:bodyPr/>
        <a:lstStyle/>
        <a:p>
          <a:endParaRPr lang="en-US"/>
        </a:p>
      </dgm:t>
    </dgm:pt>
    <dgm:pt modelId="{3175E5BC-6BE6-4372-9514-A45E8B3BDEEF}" type="pres">
      <dgm:prSet presAssocID="{C1C2A471-8E11-44CA-93C8-381BFB501A7A}" presName="matrix" presStyleCnt="0">
        <dgm:presLayoutVars>
          <dgm:chMax val="1"/>
          <dgm:dir/>
          <dgm:resizeHandles val="exact"/>
        </dgm:presLayoutVars>
      </dgm:prSet>
      <dgm:spPr/>
    </dgm:pt>
    <dgm:pt modelId="{C919BA6B-265D-4DEB-BA31-0EEB79728A7F}" type="pres">
      <dgm:prSet presAssocID="{C1C2A471-8E11-44CA-93C8-381BFB501A7A}" presName="diamond" presStyleLbl="bgShp" presStyleIdx="0" presStyleCnt="1"/>
      <dgm:spPr/>
    </dgm:pt>
    <dgm:pt modelId="{93232AEC-6B59-4708-AD57-57314AC09ECC}" type="pres">
      <dgm:prSet presAssocID="{C1C2A471-8E11-44CA-93C8-381BFB501A7A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FED4268D-AE9F-44A9-9838-6F37C4898006}" type="pres">
      <dgm:prSet presAssocID="{C1C2A471-8E11-44CA-93C8-381BFB501A7A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8ED86CF9-6DFD-44E5-B6C0-756DDF5AFEC4}" type="pres">
      <dgm:prSet presAssocID="{C1C2A471-8E11-44CA-93C8-381BFB501A7A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A61C7798-BD3C-4ACE-8DE8-C2F33CF1D4BE}" type="pres">
      <dgm:prSet presAssocID="{C1C2A471-8E11-44CA-93C8-381BFB501A7A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86389203-382A-4E01-8B4C-C5EF6C4EF7EC}" type="presOf" srcId="{C1C2A471-8E11-44CA-93C8-381BFB501A7A}" destId="{3175E5BC-6BE6-4372-9514-A45E8B3BDEEF}" srcOrd="0" destOrd="0" presId="urn:microsoft.com/office/officeart/2005/8/layout/matrix3"/>
    <dgm:cxn modelId="{4DB0C824-FE44-457B-AEC5-ACDABF15664F}" type="presOf" srcId="{EBA4AD0F-6BC2-4111-954A-001F313BF325}" destId="{93232AEC-6B59-4708-AD57-57314AC09ECC}" srcOrd="0" destOrd="0" presId="urn:microsoft.com/office/officeart/2005/8/layout/matrix3"/>
    <dgm:cxn modelId="{62AC5B28-7635-41A1-8530-8B587A9EFB4F}" type="presOf" srcId="{B976328E-FFD0-4DEB-87E9-7717D245901C}" destId="{8ED86CF9-6DFD-44E5-B6C0-756DDF5AFEC4}" srcOrd="0" destOrd="0" presId="urn:microsoft.com/office/officeart/2005/8/layout/matrix3"/>
    <dgm:cxn modelId="{7BB8C82B-ECCF-4057-BE2A-8D64A47E579F}" srcId="{C1C2A471-8E11-44CA-93C8-381BFB501A7A}" destId="{B976328E-FFD0-4DEB-87E9-7717D245901C}" srcOrd="2" destOrd="0" parTransId="{6608F368-592A-4E2F-8F81-E71AB910F80A}" sibTransId="{CD420691-E0CE-4059-BF9D-6EDF67B8103F}"/>
    <dgm:cxn modelId="{8567EB99-E22E-45B2-83B1-095B0CB6496D}" type="presOf" srcId="{61801A95-9EB0-4928-8A72-6F73CEBEF243}" destId="{A61C7798-BD3C-4ACE-8DE8-C2F33CF1D4BE}" srcOrd="0" destOrd="0" presId="urn:microsoft.com/office/officeart/2005/8/layout/matrix3"/>
    <dgm:cxn modelId="{DFA47A9C-9F2C-4BC6-844A-88BB5E948924}" srcId="{C1C2A471-8E11-44CA-93C8-381BFB501A7A}" destId="{61801A95-9EB0-4928-8A72-6F73CEBEF243}" srcOrd="3" destOrd="0" parTransId="{9468B899-78A9-4225-A673-3CE117B00D29}" sibTransId="{F8DE35A8-65E2-4A67-A23B-D7A435204934}"/>
    <dgm:cxn modelId="{43DA97A8-1898-4B92-B0A7-57DACD51B6BB}" srcId="{C1C2A471-8E11-44CA-93C8-381BFB501A7A}" destId="{DF78F971-E770-4312-8064-31C44F8D2521}" srcOrd="1" destOrd="0" parTransId="{E6654220-5330-46BA-9556-EE30804AE62A}" sibTransId="{D0C7B3FC-931F-4918-AFED-AE1C72827769}"/>
    <dgm:cxn modelId="{79D152C3-C19E-4004-989E-667E8A1BA0B3}" srcId="{C1C2A471-8E11-44CA-93C8-381BFB501A7A}" destId="{EBA4AD0F-6BC2-4111-954A-001F313BF325}" srcOrd="0" destOrd="0" parTransId="{B6894FFE-4517-4288-A786-D81BC805E145}" sibTransId="{6C99DB75-FED0-40F8-8B22-FDDE272C4C90}"/>
    <dgm:cxn modelId="{7BFBC0C3-3D84-43D6-AB55-3F390D0F58D2}" type="presOf" srcId="{DF78F971-E770-4312-8064-31C44F8D2521}" destId="{FED4268D-AE9F-44A9-9838-6F37C4898006}" srcOrd="0" destOrd="0" presId="urn:microsoft.com/office/officeart/2005/8/layout/matrix3"/>
    <dgm:cxn modelId="{E855AA69-7394-4862-8426-985ECE2B8CFF}" type="presParOf" srcId="{3175E5BC-6BE6-4372-9514-A45E8B3BDEEF}" destId="{C919BA6B-265D-4DEB-BA31-0EEB79728A7F}" srcOrd="0" destOrd="0" presId="urn:microsoft.com/office/officeart/2005/8/layout/matrix3"/>
    <dgm:cxn modelId="{DEA69D77-40E9-42F4-808F-BA8493449435}" type="presParOf" srcId="{3175E5BC-6BE6-4372-9514-A45E8B3BDEEF}" destId="{93232AEC-6B59-4708-AD57-57314AC09ECC}" srcOrd="1" destOrd="0" presId="urn:microsoft.com/office/officeart/2005/8/layout/matrix3"/>
    <dgm:cxn modelId="{A9FC4207-F45A-4905-8A42-9EBE0A2B92F0}" type="presParOf" srcId="{3175E5BC-6BE6-4372-9514-A45E8B3BDEEF}" destId="{FED4268D-AE9F-44A9-9838-6F37C4898006}" srcOrd="2" destOrd="0" presId="urn:microsoft.com/office/officeart/2005/8/layout/matrix3"/>
    <dgm:cxn modelId="{10A78708-33E5-4233-8865-D87478157D1C}" type="presParOf" srcId="{3175E5BC-6BE6-4372-9514-A45E8B3BDEEF}" destId="{8ED86CF9-6DFD-44E5-B6C0-756DDF5AFEC4}" srcOrd="3" destOrd="0" presId="urn:microsoft.com/office/officeart/2005/8/layout/matrix3"/>
    <dgm:cxn modelId="{D9BA2DFC-A304-4DD9-BE4D-3704EE4F4144}" type="presParOf" srcId="{3175E5BC-6BE6-4372-9514-A45E8B3BDEEF}" destId="{A61C7798-BD3C-4ACE-8DE8-C2F33CF1D4BE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EF5155-6B58-47C8-A2AA-9DA00E9912FF}">
      <dsp:nvSpPr>
        <dsp:cNvPr id="0" name=""/>
        <dsp:cNvSpPr/>
      </dsp:nvSpPr>
      <dsp:spPr>
        <a:xfrm>
          <a:off x="2140" y="1008071"/>
          <a:ext cx="2387782" cy="143476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71C521-B919-4569-8E2A-5B1EB9BD20C0}">
      <dsp:nvSpPr>
        <dsp:cNvPr id="0" name=""/>
        <dsp:cNvSpPr/>
      </dsp:nvSpPr>
      <dsp:spPr>
        <a:xfrm>
          <a:off x="253192" y="1246571"/>
          <a:ext cx="2387782" cy="143476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latin typeface="Corbel" panose="020B0503020204020204" pitchFamily="34" charset="0"/>
            </a:rPr>
            <a:t>INTRODUCTIONS</a:t>
          </a:r>
          <a:endParaRPr lang="en-US" sz="2200" kern="1200" dirty="0">
            <a:latin typeface="Corbel" panose="020B0503020204020204" pitchFamily="34" charset="0"/>
          </a:endParaRPr>
        </a:p>
      </dsp:txBody>
      <dsp:txXfrm>
        <a:off x="295215" y="1288594"/>
        <a:ext cx="2303736" cy="1350715"/>
      </dsp:txXfrm>
    </dsp:sp>
    <dsp:sp modelId="{A6CBD957-87B7-4669-9804-D15A4CE637D3}">
      <dsp:nvSpPr>
        <dsp:cNvPr id="0" name=""/>
        <dsp:cNvSpPr/>
      </dsp:nvSpPr>
      <dsp:spPr>
        <a:xfrm>
          <a:off x="2892026" y="1008071"/>
          <a:ext cx="2259467" cy="143476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287979-1813-48DB-8132-CA84A5F11A7F}">
      <dsp:nvSpPr>
        <dsp:cNvPr id="0" name=""/>
        <dsp:cNvSpPr/>
      </dsp:nvSpPr>
      <dsp:spPr>
        <a:xfrm>
          <a:off x="3143078" y="1246571"/>
          <a:ext cx="2259467" cy="143476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latin typeface="Corbel" panose="020B0503020204020204" pitchFamily="34" charset="0"/>
            </a:rPr>
            <a:t>CLIENT ENGAGEMENT: GREET &amp; MEET SESSIONS</a:t>
          </a:r>
          <a:endParaRPr lang="en-US" sz="2200" kern="1200" dirty="0">
            <a:latin typeface="Corbel" panose="020B0503020204020204" pitchFamily="34" charset="0"/>
          </a:endParaRPr>
        </a:p>
      </dsp:txBody>
      <dsp:txXfrm>
        <a:off x="3185101" y="1288594"/>
        <a:ext cx="2175421" cy="1350715"/>
      </dsp:txXfrm>
    </dsp:sp>
    <dsp:sp modelId="{38E1DA29-2DC1-4698-8B08-338C967E5C8D}">
      <dsp:nvSpPr>
        <dsp:cNvPr id="0" name=""/>
        <dsp:cNvSpPr/>
      </dsp:nvSpPr>
      <dsp:spPr>
        <a:xfrm>
          <a:off x="5653598" y="1008071"/>
          <a:ext cx="2259467" cy="143476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F73484-BEDE-4ABB-AAF8-4D897EA978E5}">
      <dsp:nvSpPr>
        <dsp:cNvPr id="0" name=""/>
        <dsp:cNvSpPr/>
      </dsp:nvSpPr>
      <dsp:spPr>
        <a:xfrm>
          <a:off x="5904649" y="1246571"/>
          <a:ext cx="2259467" cy="143476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latin typeface="Corbel" panose="020B0503020204020204" pitchFamily="34" charset="0"/>
            </a:rPr>
            <a:t>INTENDED UPCOMING CLIENT TRAININGS</a:t>
          </a:r>
          <a:endParaRPr lang="en-US" sz="2200" kern="1200" dirty="0">
            <a:latin typeface="Corbel" panose="020B0503020204020204" pitchFamily="34" charset="0"/>
          </a:endParaRPr>
        </a:p>
      </dsp:txBody>
      <dsp:txXfrm>
        <a:off x="5946672" y="1288594"/>
        <a:ext cx="2175421" cy="1350715"/>
      </dsp:txXfrm>
    </dsp:sp>
    <dsp:sp modelId="{CF13097D-28A5-40EF-997F-930E45501749}">
      <dsp:nvSpPr>
        <dsp:cNvPr id="0" name=""/>
        <dsp:cNvSpPr/>
      </dsp:nvSpPr>
      <dsp:spPr>
        <a:xfrm>
          <a:off x="8415169" y="1008071"/>
          <a:ext cx="2259467" cy="143476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132C1C-57EB-4096-8DCD-5CA9502D9802}">
      <dsp:nvSpPr>
        <dsp:cNvPr id="0" name=""/>
        <dsp:cNvSpPr/>
      </dsp:nvSpPr>
      <dsp:spPr>
        <a:xfrm>
          <a:off x="8666221" y="1246571"/>
          <a:ext cx="2259467" cy="143476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latin typeface="Corbel" panose="020B0503020204020204" pitchFamily="34" charset="0"/>
            </a:rPr>
            <a:t>ACTIVE LEADS &amp; PIPELINES</a:t>
          </a:r>
          <a:endParaRPr lang="en-US" sz="2200" kern="1200" dirty="0">
            <a:latin typeface="Corbel" panose="020B0503020204020204" pitchFamily="34" charset="0"/>
          </a:endParaRPr>
        </a:p>
      </dsp:txBody>
      <dsp:txXfrm>
        <a:off x="8708244" y="1288594"/>
        <a:ext cx="2175421" cy="135071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CEC2AF-B4CD-4645-9958-20AA8F4CC3D8}">
      <dsp:nvSpPr>
        <dsp:cNvPr id="0" name=""/>
        <dsp:cNvSpPr/>
      </dsp:nvSpPr>
      <dsp:spPr>
        <a:xfrm>
          <a:off x="3294656" y="2054716"/>
          <a:ext cx="72430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724301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637934" y="2096658"/>
        <a:ext cx="37745" cy="7556"/>
      </dsp:txXfrm>
    </dsp:sp>
    <dsp:sp modelId="{FAB5D9DC-5905-4506-BF2C-26F0D05A6E82}">
      <dsp:nvSpPr>
        <dsp:cNvPr id="0" name=""/>
        <dsp:cNvSpPr/>
      </dsp:nvSpPr>
      <dsp:spPr>
        <a:xfrm>
          <a:off x="14278" y="1115782"/>
          <a:ext cx="3282178" cy="196930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829" tIns="168819" rIns="160829" bIns="168819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 dirty="0">
              <a:latin typeface="Corbel" panose="020B0503020204020204" pitchFamily="34" charset="0"/>
            </a:rPr>
            <a:t>The</a:t>
          </a:r>
          <a:r>
            <a:rPr lang="en-US" sz="2500" b="1" i="0" kern="1200" baseline="0" dirty="0">
              <a:latin typeface="Corbel" panose="020B0503020204020204" pitchFamily="34" charset="0"/>
            </a:rPr>
            <a:t> </a:t>
          </a:r>
          <a:r>
            <a:rPr lang="en-US" sz="2500" b="0" i="0" kern="1200" baseline="0" dirty="0">
              <a:latin typeface="Corbel" panose="020B0503020204020204" pitchFamily="34" charset="0"/>
            </a:rPr>
            <a:t>strategy outlines the engagement plan for our current client portfolio.</a:t>
          </a:r>
          <a:endParaRPr lang="en-US" sz="2500" kern="1200" dirty="0">
            <a:latin typeface="Corbel" panose="020B0503020204020204" pitchFamily="34" charset="0"/>
          </a:endParaRPr>
        </a:p>
      </dsp:txBody>
      <dsp:txXfrm>
        <a:off x="14278" y="1115782"/>
        <a:ext cx="3282178" cy="1969307"/>
      </dsp:txXfrm>
    </dsp:sp>
    <dsp:sp modelId="{F6604C2E-4A34-4C44-81E0-44FE75633F01}">
      <dsp:nvSpPr>
        <dsp:cNvPr id="0" name=""/>
        <dsp:cNvSpPr/>
      </dsp:nvSpPr>
      <dsp:spPr>
        <a:xfrm>
          <a:off x="7331736" y="2054716"/>
          <a:ext cx="72430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724301" y="45720"/>
              </a:lnTo>
            </a:path>
          </a:pathLst>
        </a:custGeom>
        <a:noFill/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675014" y="2096658"/>
        <a:ext cx="37745" cy="7556"/>
      </dsp:txXfrm>
    </dsp:sp>
    <dsp:sp modelId="{2A8C290F-A1F5-4BFA-92C3-6307F79719DA}">
      <dsp:nvSpPr>
        <dsp:cNvPr id="0" name=""/>
        <dsp:cNvSpPr/>
      </dsp:nvSpPr>
      <dsp:spPr>
        <a:xfrm>
          <a:off x="4051357" y="1115782"/>
          <a:ext cx="3282178" cy="1969307"/>
        </a:xfrm>
        <a:prstGeom prst="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829" tIns="168819" rIns="160829" bIns="168819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 dirty="0">
              <a:latin typeface="Corbel" panose="020B0503020204020204" pitchFamily="34" charset="0"/>
            </a:rPr>
            <a:t>Our focus is to:</a:t>
          </a:r>
          <a:endParaRPr lang="en-US" sz="1900" kern="1200" dirty="0">
            <a:latin typeface="Corbel" panose="020B0503020204020204" pitchFamily="34" charset="0"/>
          </a:endParaRP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b="0" i="0" kern="1200" baseline="0" dirty="0">
              <a:latin typeface="Corbel" panose="020B0503020204020204" pitchFamily="34" charset="0"/>
            </a:rPr>
            <a:t>Strengthen collaboration.</a:t>
          </a:r>
          <a:endParaRPr lang="en-US" sz="1900" kern="1200" dirty="0">
            <a:latin typeface="Corbel" panose="020B0503020204020204" pitchFamily="34" charset="0"/>
          </a:endParaRP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b="0" i="0" kern="1200" baseline="0" dirty="0">
              <a:latin typeface="Corbel" panose="020B0503020204020204" pitchFamily="34" charset="0"/>
            </a:rPr>
            <a:t>Reinforce our position as a preferred partner.</a:t>
          </a:r>
          <a:endParaRPr lang="en-US" sz="1900" kern="1200" dirty="0">
            <a:latin typeface="Corbel" panose="020B0503020204020204" pitchFamily="34" charset="0"/>
          </a:endParaRPr>
        </a:p>
      </dsp:txBody>
      <dsp:txXfrm>
        <a:off x="4051357" y="1115782"/>
        <a:ext cx="3282178" cy="1969307"/>
      </dsp:txXfrm>
    </dsp:sp>
    <dsp:sp modelId="{09BCEDF3-91C1-4E3B-94B2-66CF6B8F531E}">
      <dsp:nvSpPr>
        <dsp:cNvPr id="0" name=""/>
        <dsp:cNvSpPr/>
      </dsp:nvSpPr>
      <dsp:spPr>
        <a:xfrm>
          <a:off x="8088437" y="1115782"/>
          <a:ext cx="3282178" cy="1969307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829" tIns="168819" rIns="160829" bIns="168819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 dirty="0">
              <a:latin typeface="Corbel" panose="020B0503020204020204" pitchFamily="34" charset="0"/>
            </a:rPr>
            <a:t>Approach:</a:t>
          </a:r>
          <a:endParaRPr lang="en-US" sz="1700" kern="1200" dirty="0">
            <a:latin typeface="Corbel" panose="020B0503020204020204" pitchFamily="34" charset="0"/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0" i="0" kern="1200" baseline="0" dirty="0">
              <a:latin typeface="Corbel" panose="020B0503020204020204" pitchFamily="34" charset="0"/>
            </a:rPr>
            <a:t>Build stronger communication and collaboration with clients.</a:t>
          </a:r>
          <a:endParaRPr lang="en-US" sz="1700" kern="1200" dirty="0">
            <a:latin typeface="Corbel" panose="020B0503020204020204" pitchFamily="34" charset="0"/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700" kern="1200" dirty="0">
            <a:latin typeface="Corbel" panose="020B0503020204020204" pitchFamily="34" charset="0"/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0" i="0" kern="1200" baseline="0" dirty="0">
              <a:latin typeface="Corbel" panose="020B0503020204020204" pitchFamily="34" charset="0"/>
            </a:rPr>
            <a:t>Create an opportunity to discuss future support and service improvements.</a:t>
          </a:r>
          <a:endParaRPr lang="en-US" sz="1700" kern="1200" dirty="0">
            <a:latin typeface="Corbel" panose="020B0503020204020204" pitchFamily="34" charset="0"/>
          </a:endParaRPr>
        </a:p>
      </dsp:txBody>
      <dsp:txXfrm>
        <a:off x="8088437" y="1115782"/>
        <a:ext cx="3282178" cy="196930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48DB91-332A-4D5A-BEA8-70CC35DAFA62}">
      <dsp:nvSpPr>
        <dsp:cNvPr id="0" name=""/>
        <dsp:cNvSpPr/>
      </dsp:nvSpPr>
      <dsp:spPr>
        <a:xfrm>
          <a:off x="8579884" y="2746089"/>
          <a:ext cx="91440" cy="36732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6732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5F11739-7891-4E5C-90B8-D68252964203}">
      <dsp:nvSpPr>
        <dsp:cNvPr id="0" name=""/>
        <dsp:cNvSpPr/>
      </dsp:nvSpPr>
      <dsp:spPr>
        <a:xfrm>
          <a:off x="5217907" y="946077"/>
          <a:ext cx="3407697" cy="36732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0318"/>
              </a:lnTo>
              <a:lnTo>
                <a:pt x="3407697" y="250318"/>
              </a:lnTo>
              <a:lnTo>
                <a:pt x="3407697" y="367321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94BC2F3-726D-47FB-9ADC-CCCBF93FC697}">
      <dsp:nvSpPr>
        <dsp:cNvPr id="0" name=""/>
        <dsp:cNvSpPr/>
      </dsp:nvSpPr>
      <dsp:spPr>
        <a:xfrm>
          <a:off x="4318392" y="2115402"/>
          <a:ext cx="91440" cy="36732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6732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08D4DB7-256C-4D68-9E41-0EBED47D47E4}">
      <dsp:nvSpPr>
        <dsp:cNvPr id="0" name=""/>
        <dsp:cNvSpPr/>
      </dsp:nvSpPr>
      <dsp:spPr>
        <a:xfrm>
          <a:off x="4364112" y="946077"/>
          <a:ext cx="853795" cy="367321"/>
        </a:xfrm>
        <a:custGeom>
          <a:avLst/>
          <a:gdLst/>
          <a:ahLst/>
          <a:cxnLst/>
          <a:rect l="0" t="0" r="0" b="0"/>
          <a:pathLst>
            <a:path>
              <a:moveTo>
                <a:pt x="853795" y="0"/>
              </a:moveTo>
              <a:lnTo>
                <a:pt x="853795" y="250318"/>
              </a:lnTo>
              <a:lnTo>
                <a:pt x="0" y="250318"/>
              </a:lnTo>
              <a:lnTo>
                <a:pt x="0" y="367321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BF111C9-BEE0-420A-A45C-8AF31351F78E}">
      <dsp:nvSpPr>
        <dsp:cNvPr id="0" name=""/>
        <dsp:cNvSpPr/>
      </dsp:nvSpPr>
      <dsp:spPr>
        <a:xfrm>
          <a:off x="1132056" y="946077"/>
          <a:ext cx="4085850" cy="367321"/>
        </a:xfrm>
        <a:custGeom>
          <a:avLst/>
          <a:gdLst/>
          <a:ahLst/>
          <a:cxnLst/>
          <a:rect l="0" t="0" r="0" b="0"/>
          <a:pathLst>
            <a:path>
              <a:moveTo>
                <a:pt x="4085850" y="0"/>
              </a:moveTo>
              <a:lnTo>
                <a:pt x="4085850" y="250318"/>
              </a:lnTo>
              <a:lnTo>
                <a:pt x="0" y="250318"/>
              </a:lnTo>
              <a:lnTo>
                <a:pt x="0" y="367321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3F9293E-2EE1-471F-BA8E-5BD0C5D5F3A0}">
      <dsp:nvSpPr>
        <dsp:cNvPr id="0" name=""/>
        <dsp:cNvSpPr/>
      </dsp:nvSpPr>
      <dsp:spPr>
        <a:xfrm>
          <a:off x="3451177" y="144075"/>
          <a:ext cx="3533460" cy="80200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F22B37-23C1-486C-99D8-7DDEF539BA7F}">
      <dsp:nvSpPr>
        <dsp:cNvPr id="0" name=""/>
        <dsp:cNvSpPr/>
      </dsp:nvSpPr>
      <dsp:spPr>
        <a:xfrm>
          <a:off x="3591510" y="277391"/>
          <a:ext cx="3533460" cy="80200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Corbel" panose="020B0503020204020204" pitchFamily="34" charset="0"/>
            </a:rPr>
            <a:t>Strategic Objectives</a:t>
          </a:r>
          <a:endParaRPr lang="en-US" sz="2000" kern="1200" dirty="0">
            <a:latin typeface="Corbel" panose="020B0503020204020204" pitchFamily="34" charset="0"/>
          </a:endParaRPr>
        </a:p>
      </dsp:txBody>
      <dsp:txXfrm>
        <a:off x="3615000" y="300881"/>
        <a:ext cx="3486480" cy="755022"/>
      </dsp:txXfrm>
    </dsp:sp>
    <dsp:sp modelId="{09CBF6D7-23CC-4FDC-8414-8C69E768B1EC}">
      <dsp:nvSpPr>
        <dsp:cNvPr id="0" name=""/>
        <dsp:cNvSpPr/>
      </dsp:nvSpPr>
      <dsp:spPr>
        <a:xfrm>
          <a:off x="1876" y="1313399"/>
          <a:ext cx="2260359" cy="210159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A659B7-85B2-4376-82FA-A5702B3F81B7}">
      <dsp:nvSpPr>
        <dsp:cNvPr id="0" name=""/>
        <dsp:cNvSpPr/>
      </dsp:nvSpPr>
      <dsp:spPr>
        <a:xfrm>
          <a:off x="142209" y="1446715"/>
          <a:ext cx="2260359" cy="210159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Corbel" panose="020B0503020204020204" pitchFamily="34" charset="0"/>
            </a:rPr>
            <a:t>Alignment</a:t>
          </a:r>
          <a:r>
            <a:rPr lang="en-US" sz="2000" kern="1200" dirty="0">
              <a:latin typeface="Corbel" panose="020B0503020204020204" pitchFamily="34" charset="0"/>
            </a:rPr>
            <a:t>: Ensure services remain relevant to the client’s operational needs.</a:t>
          </a:r>
        </a:p>
      </dsp:txBody>
      <dsp:txXfrm>
        <a:off x="203763" y="1508269"/>
        <a:ext cx="2137251" cy="1978484"/>
      </dsp:txXfrm>
    </dsp:sp>
    <dsp:sp modelId="{6E843717-F56B-40F3-8AC5-B3EB6F90C218}">
      <dsp:nvSpPr>
        <dsp:cNvPr id="0" name=""/>
        <dsp:cNvSpPr/>
      </dsp:nvSpPr>
      <dsp:spPr>
        <a:xfrm>
          <a:off x="2542902" y="1313399"/>
          <a:ext cx="3642419" cy="80200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CACD96-C1BB-4D36-804E-E0ADDEAE44C5}">
      <dsp:nvSpPr>
        <dsp:cNvPr id="0" name=""/>
        <dsp:cNvSpPr/>
      </dsp:nvSpPr>
      <dsp:spPr>
        <a:xfrm>
          <a:off x="2683235" y="1446715"/>
          <a:ext cx="3642419" cy="80200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Corbel" panose="020B0503020204020204" pitchFamily="34" charset="0"/>
            </a:rPr>
            <a:t>Retention</a:t>
          </a:r>
          <a:r>
            <a:rPr lang="en-US" sz="2000" kern="1200" dirty="0">
              <a:latin typeface="Corbel" panose="020B0503020204020204" pitchFamily="34" charset="0"/>
            </a:rPr>
            <a:t>: Reinforce our value proposition.</a:t>
          </a:r>
        </a:p>
      </dsp:txBody>
      <dsp:txXfrm>
        <a:off x="2706725" y="1470205"/>
        <a:ext cx="3595439" cy="755022"/>
      </dsp:txXfrm>
    </dsp:sp>
    <dsp:sp modelId="{00647ED8-0F8C-47A8-A97E-D97F58B7AB38}">
      <dsp:nvSpPr>
        <dsp:cNvPr id="0" name=""/>
        <dsp:cNvSpPr/>
      </dsp:nvSpPr>
      <dsp:spPr>
        <a:xfrm>
          <a:off x="2543300" y="2482723"/>
          <a:ext cx="3641623" cy="14272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CBDF35-33C4-454C-9A01-ED2493A40456}">
      <dsp:nvSpPr>
        <dsp:cNvPr id="0" name=""/>
        <dsp:cNvSpPr/>
      </dsp:nvSpPr>
      <dsp:spPr>
        <a:xfrm>
          <a:off x="2683633" y="2616040"/>
          <a:ext cx="3641623" cy="142723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Corbel" panose="020B0503020204020204" pitchFamily="34" charset="0"/>
            </a:rPr>
            <a:t>Strengthen relationships through face-to-face or virtual interactions.</a:t>
          </a:r>
        </a:p>
      </dsp:txBody>
      <dsp:txXfrm>
        <a:off x="2725435" y="2657842"/>
        <a:ext cx="3558019" cy="1343632"/>
      </dsp:txXfrm>
    </dsp:sp>
    <dsp:sp modelId="{E0C92447-4A02-4EF4-949C-CA4E000DE322}">
      <dsp:nvSpPr>
        <dsp:cNvPr id="0" name=""/>
        <dsp:cNvSpPr/>
      </dsp:nvSpPr>
      <dsp:spPr>
        <a:xfrm>
          <a:off x="6817271" y="1313399"/>
          <a:ext cx="3616666" cy="143268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F3671A-412C-4503-AA6F-68C170C19D07}">
      <dsp:nvSpPr>
        <dsp:cNvPr id="0" name=""/>
        <dsp:cNvSpPr/>
      </dsp:nvSpPr>
      <dsp:spPr>
        <a:xfrm>
          <a:off x="6957604" y="1446715"/>
          <a:ext cx="3616666" cy="143268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Corbel" panose="020B0503020204020204" pitchFamily="34" charset="0"/>
            </a:rPr>
            <a:t>Growth</a:t>
          </a:r>
          <a:r>
            <a:rPr lang="en-US" sz="2000" kern="1200" dirty="0">
              <a:latin typeface="Corbel" panose="020B0503020204020204" pitchFamily="34" charset="0"/>
            </a:rPr>
            <a:t>: 	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Corbel" panose="020B0503020204020204" pitchFamily="34" charset="0"/>
            </a:rPr>
            <a:t>Identify untapped opportunities where our services can add value.</a:t>
          </a:r>
        </a:p>
      </dsp:txBody>
      <dsp:txXfrm>
        <a:off x="6999566" y="1488677"/>
        <a:ext cx="3532742" cy="1348765"/>
      </dsp:txXfrm>
    </dsp:sp>
    <dsp:sp modelId="{BE9474FE-5581-4629-B4B7-685C177823B0}">
      <dsp:nvSpPr>
        <dsp:cNvPr id="0" name=""/>
        <dsp:cNvSpPr/>
      </dsp:nvSpPr>
      <dsp:spPr>
        <a:xfrm>
          <a:off x="6465589" y="3113410"/>
          <a:ext cx="4320029" cy="80200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246512-AC4B-4606-9129-FA8DBDFD8A11}">
      <dsp:nvSpPr>
        <dsp:cNvPr id="0" name=""/>
        <dsp:cNvSpPr/>
      </dsp:nvSpPr>
      <dsp:spPr>
        <a:xfrm>
          <a:off x="6605922" y="3246727"/>
          <a:ext cx="4320029" cy="80200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Corbel" panose="020B0503020204020204" pitchFamily="34" charset="0"/>
            </a:rPr>
            <a:t>Explore additional ways to support client operations and business growth</a:t>
          </a:r>
        </a:p>
      </dsp:txBody>
      <dsp:txXfrm>
        <a:off x="6629412" y="3270217"/>
        <a:ext cx="4273049" cy="75502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2FE0F3-648F-4FF6-98E8-207B92307A4A}">
      <dsp:nvSpPr>
        <dsp:cNvPr id="0" name=""/>
        <dsp:cNvSpPr/>
      </dsp:nvSpPr>
      <dsp:spPr>
        <a:xfrm>
          <a:off x="10395" y="0"/>
          <a:ext cx="2151864" cy="378747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>
              <a:latin typeface="Corbel" panose="020B0503020204020204" pitchFamily="34" charset="0"/>
            </a:rPr>
            <a:t>This roadmap defines our educational framework for the 2026 fiscal year. By providing targeted training, we move beyond the role of a "policy broker" and become an integrated risk management partner.</a:t>
          </a:r>
          <a:endParaRPr lang="en-US" sz="1900" kern="1200" dirty="0">
            <a:latin typeface="Corbel" panose="020B0503020204020204" pitchFamily="34" charset="0"/>
          </a:endParaRPr>
        </a:p>
      </dsp:txBody>
      <dsp:txXfrm>
        <a:off x="73421" y="63026"/>
        <a:ext cx="2025812" cy="3661425"/>
      </dsp:txXfrm>
    </dsp:sp>
    <dsp:sp modelId="{3E51C68C-9F88-4719-BB38-D2B85D1A712C}">
      <dsp:nvSpPr>
        <dsp:cNvPr id="0" name=""/>
        <dsp:cNvSpPr/>
      </dsp:nvSpPr>
      <dsp:spPr>
        <a:xfrm>
          <a:off x="2377446" y="1626907"/>
          <a:ext cx="456195" cy="5336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2377446" y="1733639"/>
        <a:ext cx="319337" cy="320198"/>
      </dsp:txXfrm>
    </dsp:sp>
    <dsp:sp modelId="{DA945FAA-47A9-4490-A767-B91376F50C31}">
      <dsp:nvSpPr>
        <dsp:cNvPr id="0" name=""/>
        <dsp:cNvSpPr/>
      </dsp:nvSpPr>
      <dsp:spPr>
        <a:xfrm>
          <a:off x="3023005" y="0"/>
          <a:ext cx="2151864" cy="378747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i="1" kern="1200" dirty="0">
              <a:latin typeface="Corbel" panose="020B0503020204020204" pitchFamily="34" charset="0"/>
            </a:rPr>
            <a:t>Objective: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>
              <a:latin typeface="Corbel" panose="020B0503020204020204" pitchFamily="34" charset="0"/>
            </a:rPr>
            <a:t>To empower client teams with the knowledge to reduce claims frequency and ensure regulatory compliance.</a:t>
          </a:r>
          <a:endParaRPr lang="en-US" sz="2000" kern="1200" dirty="0">
            <a:latin typeface="Corbel" panose="020B0503020204020204" pitchFamily="34" charset="0"/>
          </a:endParaRPr>
        </a:p>
      </dsp:txBody>
      <dsp:txXfrm>
        <a:off x="3086031" y="63026"/>
        <a:ext cx="2025812" cy="3661425"/>
      </dsp:txXfrm>
    </dsp:sp>
    <dsp:sp modelId="{D6BCBB3B-4FB5-46D2-8E1F-77CB5F24AB21}">
      <dsp:nvSpPr>
        <dsp:cNvPr id="0" name=""/>
        <dsp:cNvSpPr/>
      </dsp:nvSpPr>
      <dsp:spPr>
        <a:xfrm>
          <a:off x="5390057" y="1626907"/>
          <a:ext cx="456195" cy="5336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5390057" y="1733639"/>
        <a:ext cx="319337" cy="320198"/>
      </dsp:txXfrm>
    </dsp:sp>
    <dsp:sp modelId="{F81F8967-DB3B-482F-971B-0331D1A7FBF5}">
      <dsp:nvSpPr>
        <dsp:cNvPr id="0" name=""/>
        <dsp:cNvSpPr/>
      </dsp:nvSpPr>
      <dsp:spPr>
        <a:xfrm>
          <a:off x="6035616" y="0"/>
          <a:ext cx="2151864" cy="378747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i="1" kern="1200" dirty="0">
              <a:latin typeface="Corbel" panose="020B0503020204020204" pitchFamily="34" charset="0"/>
            </a:rPr>
            <a:t>Target Audience:</a:t>
          </a:r>
          <a:r>
            <a:rPr lang="en-GB" sz="2000" kern="1200" dirty="0">
              <a:latin typeface="Corbel" panose="020B0503020204020204" pitchFamily="34" charset="0"/>
            </a:rPr>
            <a:t> HR Managers, Operations Leads, Safety Officers, Staff and Executives. </a:t>
          </a:r>
          <a:endParaRPr lang="en-US" sz="2000" kern="1200" dirty="0">
            <a:latin typeface="Corbel" panose="020B0503020204020204" pitchFamily="34" charset="0"/>
          </a:endParaRPr>
        </a:p>
      </dsp:txBody>
      <dsp:txXfrm>
        <a:off x="6098642" y="63026"/>
        <a:ext cx="2025812" cy="3661425"/>
      </dsp:txXfrm>
    </dsp:sp>
    <dsp:sp modelId="{452DA5DE-A282-43DA-8AAC-44B42DFB6007}">
      <dsp:nvSpPr>
        <dsp:cNvPr id="0" name=""/>
        <dsp:cNvSpPr/>
      </dsp:nvSpPr>
      <dsp:spPr>
        <a:xfrm>
          <a:off x="8402667" y="1626907"/>
          <a:ext cx="456195" cy="5336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8402667" y="1733639"/>
        <a:ext cx="319337" cy="320198"/>
      </dsp:txXfrm>
    </dsp:sp>
    <dsp:sp modelId="{EF41B7E7-AA20-4D03-B5D0-BA5AC18EC05F}">
      <dsp:nvSpPr>
        <dsp:cNvPr id="0" name=""/>
        <dsp:cNvSpPr/>
      </dsp:nvSpPr>
      <dsp:spPr>
        <a:xfrm>
          <a:off x="9048226" y="0"/>
          <a:ext cx="2151864" cy="3787477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i="1" kern="1200" dirty="0">
              <a:latin typeface="Corbel" panose="020B0503020204020204" pitchFamily="34" charset="0"/>
            </a:rPr>
            <a:t>Delivery Formats:</a:t>
          </a:r>
          <a:r>
            <a:rPr lang="en-GB" sz="2000" kern="1200" dirty="0">
              <a:latin typeface="Corbel" panose="020B0503020204020204" pitchFamily="34" charset="0"/>
            </a:rPr>
            <a:t> 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>
              <a:latin typeface="Corbel" panose="020B0503020204020204" pitchFamily="34" charset="0"/>
            </a:rPr>
            <a:t>On-site workshops, quarterly webinars, or online sessions.</a:t>
          </a:r>
          <a:endParaRPr lang="en-US" sz="2000" kern="1200" dirty="0">
            <a:latin typeface="Corbel" panose="020B0503020204020204" pitchFamily="34" charset="0"/>
          </a:endParaRPr>
        </a:p>
      </dsp:txBody>
      <dsp:txXfrm>
        <a:off x="9111252" y="63026"/>
        <a:ext cx="2025812" cy="366142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350229-8EBF-4E1B-AE3F-8530C80E7C8A}">
      <dsp:nvSpPr>
        <dsp:cNvPr id="0" name=""/>
        <dsp:cNvSpPr/>
      </dsp:nvSpPr>
      <dsp:spPr>
        <a:xfrm>
          <a:off x="0" y="131718"/>
          <a:ext cx="11286687" cy="8424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>
              <a:latin typeface="Corbel" panose="020B0503020204020204" pitchFamily="34" charset="0"/>
            </a:rPr>
            <a:t>Step						Action Item</a:t>
          </a:r>
          <a:endParaRPr lang="en-US" sz="2500" kern="1200" dirty="0">
            <a:latin typeface="Corbel" panose="020B0503020204020204" pitchFamily="34" charset="0"/>
          </a:endParaRPr>
        </a:p>
      </dsp:txBody>
      <dsp:txXfrm>
        <a:off x="41123" y="172841"/>
        <a:ext cx="11204441" cy="760154"/>
      </dsp:txXfrm>
    </dsp:sp>
    <dsp:sp modelId="{075CA209-9602-4062-8EC2-1A792DB1877E}">
      <dsp:nvSpPr>
        <dsp:cNvPr id="0" name=""/>
        <dsp:cNvSpPr/>
      </dsp:nvSpPr>
      <dsp:spPr>
        <a:xfrm>
          <a:off x="0" y="1103718"/>
          <a:ext cx="11286687" cy="842400"/>
        </a:xfrm>
        <a:prstGeom prst="roundRect">
          <a:avLst/>
        </a:prstGeom>
        <a:solidFill>
          <a:schemeClr val="accent2">
            <a:hueOff val="1610903"/>
            <a:satOff val="-4623"/>
            <a:lumOff val="-740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>
              <a:latin typeface="Corbel" panose="020B0503020204020204" pitchFamily="34" charset="0"/>
            </a:rPr>
            <a:t>Needs Assessment	Identify training gaps during Greet &amp; Meet sessions</a:t>
          </a:r>
          <a:endParaRPr lang="en-US" sz="2500" kern="1200" dirty="0">
            <a:latin typeface="Corbel" panose="020B0503020204020204" pitchFamily="34" charset="0"/>
          </a:endParaRPr>
        </a:p>
      </dsp:txBody>
      <dsp:txXfrm>
        <a:off x="41123" y="1144841"/>
        <a:ext cx="11204441" cy="760154"/>
      </dsp:txXfrm>
    </dsp:sp>
    <dsp:sp modelId="{5D376272-3074-425D-B1CA-DED9E1977CDC}">
      <dsp:nvSpPr>
        <dsp:cNvPr id="0" name=""/>
        <dsp:cNvSpPr/>
      </dsp:nvSpPr>
      <dsp:spPr>
        <a:xfrm>
          <a:off x="0" y="2011202"/>
          <a:ext cx="11286687" cy="842400"/>
        </a:xfrm>
        <a:prstGeom prst="round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>
              <a:latin typeface="Corbel" panose="020B0503020204020204" pitchFamily="34" charset="0"/>
            </a:rPr>
            <a:t>Curriculum Design		Customize materials to client needs</a:t>
          </a:r>
          <a:endParaRPr lang="en-US" sz="2500" kern="1200" dirty="0">
            <a:latin typeface="Corbel" panose="020B0503020204020204" pitchFamily="34" charset="0"/>
          </a:endParaRPr>
        </a:p>
      </dsp:txBody>
      <dsp:txXfrm>
        <a:off x="41123" y="2052325"/>
        <a:ext cx="11204441" cy="760154"/>
      </dsp:txXfrm>
    </dsp:sp>
    <dsp:sp modelId="{AB1B9C65-E15D-4882-BC98-1A60CC2CEF5E}">
      <dsp:nvSpPr>
        <dsp:cNvPr id="0" name=""/>
        <dsp:cNvSpPr/>
      </dsp:nvSpPr>
      <dsp:spPr>
        <a:xfrm>
          <a:off x="0" y="2994028"/>
          <a:ext cx="11286687" cy="842400"/>
        </a:xfrm>
        <a:prstGeom prst="roundRect">
          <a:avLst/>
        </a:prstGeom>
        <a:solidFill>
          <a:schemeClr val="accent2">
            <a:hueOff val="4832710"/>
            <a:satOff val="-13870"/>
            <a:lumOff val="-222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>
              <a:latin typeface="Corbel" panose="020B0503020204020204" pitchFamily="34" charset="0"/>
            </a:rPr>
            <a:t>Delivery				Execute training (On-site / Virtual)</a:t>
          </a:r>
          <a:endParaRPr lang="en-US" sz="2500" kern="1200" dirty="0">
            <a:latin typeface="Corbel" panose="020B0503020204020204" pitchFamily="34" charset="0"/>
          </a:endParaRPr>
        </a:p>
      </dsp:txBody>
      <dsp:txXfrm>
        <a:off x="41123" y="3035151"/>
        <a:ext cx="11204441" cy="760154"/>
      </dsp:txXfrm>
    </dsp:sp>
    <dsp:sp modelId="{4BF7DA5A-A7B5-44FF-BE48-3857023DC5CF}">
      <dsp:nvSpPr>
        <dsp:cNvPr id="0" name=""/>
        <dsp:cNvSpPr/>
      </dsp:nvSpPr>
      <dsp:spPr>
        <a:xfrm>
          <a:off x="0" y="3968564"/>
          <a:ext cx="11286687" cy="84240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>
              <a:latin typeface="Corbel" panose="020B0503020204020204" pitchFamily="34" charset="0"/>
            </a:rPr>
            <a:t>Verification			Evaluate effectiveness and learning outcome</a:t>
          </a:r>
          <a:endParaRPr lang="en-US" sz="2500" kern="1200" dirty="0">
            <a:latin typeface="Corbel" panose="020B0503020204020204" pitchFamily="34" charset="0"/>
          </a:endParaRPr>
        </a:p>
      </dsp:txBody>
      <dsp:txXfrm>
        <a:off x="41123" y="4009687"/>
        <a:ext cx="11204441" cy="76015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19BA6B-265D-4DEB-BA31-0EEB79728A7F}">
      <dsp:nvSpPr>
        <dsp:cNvPr id="0" name=""/>
        <dsp:cNvSpPr/>
      </dsp:nvSpPr>
      <dsp:spPr>
        <a:xfrm>
          <a:off x="606456" y="0"/>
          <a:ext cx="5453920" cy="5453920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93232AEC-6B59-4708-AD57-57314AC09ECC}">
      <dsp:nvSpPr>
        <dsp:cNvPr id="0" name=""/>
        <dsp:cNvSpPr/>
      </dsp:nvSpPr>
      <dsp:spPr>
        <a:xfrm>
          <a:off x="1124578" y="518122"/>
          <a:ext cx="2127028" cy="2127028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Corbel" panose="020B0503020204020204" pitchFamily="34" charset="0"/>
            </a:rPr>
            <a:t>Enhanced client knowledge &amp; skillsets.</a:t>
          </a:r>
        </a:p>
      </dsp:txBody>
      <dsp:txXfrm>
        <a:off x="1228411" y="621955"/>
        <a:ext cx="1919362" cy="1919362"/>
      </dsp:txXfrm>
    </dsp:sp>
    <dsp:sp modelId="{FED4268D-AE9F-44A9-9838-6F37C4898006}">
      <dsp:nvSpPr>
        <dsp:cNvPr id="0" name=""/>
        <dsp:cNvSpPr/>
      </dsp:nvSpPr>
      <dsp:spPr>
        <a:xfrm>
          <a:off x="3415225" y="518122"/>
          <a:ext cx="2127028" cy="2127028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Corbel" panose="020B0503020204020204" pitchFamily="34" charset="0"/>
            </a:rPr>
            <a:t>Reduced claims frequency &amp; operational risks.</a:t>
          </a:r>
        </a:p>
      </dsp:txBody>
      <dsp:txXfrm>
        <a:off x="3519058" y="621955"/>
        <a:ext cx="1919362" cy="1919362"/>
      </dsp:txXfrm>
    </dsp:sp>
    <dsp:sp modelId="{8ED86CF9-6DFD-44E5-B6C0-756DDF5AFEC4}">
      <dsp:nvSpPr>
        <dsp:cNvPr id="0" name=""/>
        <dsp:cNvSpPr/>
      </dsp:nvSpPr>
      <dsp:spPr>
        <a:xfrm>
          <a:off x="1124578" y="2808768"/>
          <a:ext cx="2127028" cy="2127028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Corbel" panose="020B0503020204020204" pitchFamily="34" charset="0"/>
            </a:rPr>
            <a:t>Strengthened regulatory compliance awareness.</a:t>
          </a:r>
        </a:p>
      </dsp:txBody>
      <dsp:txXfrm>
        <a:off x="1228411" y="2912601"/>
        <a:ext cx="1919362" cy="1919362"/>
      </dsp:txXfrm>
    </dsp:sp>
    <dsp:sp modelId="{A61C7798-BD3C-4ACE-8DE8-C2F33CF1D4BE}">
      <dsp:nvSpPr>
        <dsp:cNvPr id="0" name=""/>
        <dsp:cNvSpPr/>
      </dsp:nvSpPr>
      <dsp:spPr>
        <a:xfrm>
          <a:off x="3415225" y="2808768"/>
          <a:ext cx="2127028" cy="2127028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Corbel" panose="020B0503020204020204" pitchFamily="34" charset="0"/>
            </a:rPr>
            <a:t>Reinforced position as strategic risk management partner.</a:t>
          </a:r>
        </a:p>
      </dsp:txBody>
      <dsp:txXfrm>
        <a:off x="3519058" y="2912601"/>
        <a:ext cx="1919362" cy="19193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DD56C-7455-70F6-9E4C-988CEC11E7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0EDB99-9153-5B33-F90F-25341FA62A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7CBC39-C8B7-BB9D-F7F1-194597338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640B6-263B-4743-8DC0-01F3D1F4B824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B86C1C-2D3A-7A13-686F-E5018E09B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355394-6040-6921-EB13-90E58DD7D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B2635-8BAA-4E00-961B-8969D875A7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3090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93433-538D-84A8-F8C0-230B28ACD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B2A9FB-A856-40A0-BA6A-190E27CDDE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882DA7-5471-AC68-7E21-2C9F2DAC3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640B6-263B-4743-8DC0-01F3D1F4B824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3E1712-C97C-90BD-6CC7-D0E48D25D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74E6CA-86B8-A783-D24E-DEBE2A0CD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B2635-8BAA-4E00-961B-8969D875A7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5266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41CF1-D0B0-BFBF-E11B-9FE72B781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ABB953-54B2-DF16-2D3C-D8DA0279CD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2172D5-9769-DA8F-B8B6-809EDAFC2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640B6-263B-4743-8DC0-01F3D1F4B824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E929E-2FB4-AAE0-29ED-918CC0564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B9D8A4-6930-2257-E4B8-55A6D2D14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B2635-8BAA-4E00-961B-8969D875A7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6527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5AE21-0E28-2ADE-46B6-C06789784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7BE41-1AD2-B958-BF70-0861A69EEC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504549-7AB2-6E82-C7AA-CCD60C9B3D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280824-4110-05E6-C3EB-026F0BB24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640B6-263B-4743-8DC0-01F3D1F4B824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B2AE9B-C7BD-55D9-2B05-D6648CF43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784EB1-521A-2511-1D2A-845442D97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B2635-8BAA-4E00-961B-8969D875A7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7632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2829B-2173-5D30-95B2-40CAE0747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50FBAD-4383-DBB9-0FD5-A0C1C56A11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9A0D63-B361-6698-FB8C-8CB9340A28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BBF930-3836-1BF5-9377-691F8526AF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DA4ABC-4718-E880-9D2D-5701516355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0174A8-F183-CBA9-5730-5147DFC00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640B6-263B-4743-8DC0-01F3D1F4B824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62C6A2-6519-05C7-DB62-1BFE8F24A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0ECDF2-BE35-BD29-9CD4-116FA2D67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B2635-8BAA-4E00-961B-8969D875A7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74375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AEC03-9B5C-6228-25BA-9B6547D12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0D70B3-A880-35D0-E120-558F54891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640B6-263B-4743-8DC0-01F3D1F4B824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FDBF2A-71EB-C1D7-76E1-883020CFC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40D8D0-2CC6-90DA-7CF9-A75B71D01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B2635-8BAA-4E00-961B-8969D875A7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2717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A91B18-BAD2-E77E-2623-5281C29B8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640B6-263B-4743-8DC0-01F3D1F4B824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661682-2306-503A-F3CE-56913B37C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5FCE8D-F27E-19BC-C8E6-F03C34500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B2635-8BAA-4E00-961B-8969D875A7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0179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C3C88-2C7D-C922-C792-6DCCBE35C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D9A7D5-F2E4-367A-EB15-39C6A5D513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1E485A-D7AD-5028-0CF0-EF4046B407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97E9F9-9832-FF10-ACB5-D4294032A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640B6-263B-4743-8DC0-01F3D1F4B824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02C61C-0F74-BA5D-BCE3-A7D90C729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232CA9-F3F7-C9E9-52FF-28B39ED81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B2635-8BAA-4E00-961B-8969D875A7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3857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304D1-B659-B437-87F1-1211B5DD9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C7101E-3C5E-E04B-6839-ABC734B1F8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3F5701-3C41-2C5A-357B-8CDB39CDC0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F18B34-6CF9-30BB-28D6-C5A61541D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640B6-263B-4743-8DC0-01F3D1F4B824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D3C080-5FC8-67E6-6A5D-658ACE17C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076939-3095-54F7-B7DA-403A01841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B2635-8BAA-4E00-961B-8969D875A7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21836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439DA-2D20-A6AA-5D64-EC887634B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A376AC-850D-F34A-B7B1-07F5F343D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A417D0-D06E-77A4-BA30-4710F5C93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640B6-263B-4743-8DC0-01F3D1F4B824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225E6-CCCA-CC6A-FA29-CACFD5451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867321-606E-9F23-D95C-E2767A3B5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B2635-8BAA-4E00-961B-8969D875A7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2686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6E2A8D-CAEB-BC59-EBB6-50F645C7A4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797719-5C78-553E-36C7-CDFA4C6D86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B8867-9421-77C9-F35B-76DF1D86A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640B6-263B-4743-8DC0-01F3D1F4B824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736F8C-ED9E-4AEF-744C-26D05093E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00EDEF-FA12-5CC8-883D-1E7703462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B2635-8BAA-4E00-961B-8969D875A7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9937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7C224E-8ADC-63DF-118C-C70F36CC1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BCB0D8-D552-420F-ECE0-6338853252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38411B-8609-420D-45B1-CE6648458A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5640B6-263B-4743-8DC0-01F3D1F4B824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5FE865-AD15-3387-1ED2-4BB4EBFC7E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762BD7-6FB2-F07F-076D-44AC0E110A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DB2635-8BAA-4E00-961B-8969D875A7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1382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B646C36-EEEC-4D52-8E8E-206F4CD8A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cap="all" spc="6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7E9D86A-D513-48F9-851A-5F3725E80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1565" y="330817"/>
            <a:ext cx="4833901" cy="5995583"/>
            <a:chOff x="1754444" y="330817"/>
            <a:chExt cx="4833901" cy="599558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258443E-B333-44F4-8D49-1EAB1C1A46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754444" y="330817"/>
              <a:ext cx="4833901" cy="5995583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9132A4E-0C09-40DA-A360-EA9D3DAFFB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754444" y="330817"/>
              <a:ext cx="4833901" cy="5995583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D649D88F-3460-4C52-888E-001C62B26E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21649" y="213740"/>
            <a:ext cx="4833901" cy="5995583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E87DD1-AC37-B22C-6CFC-2F895F0574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6693" y="510803"/>
            <a:ext cx="4069306" cy="5339736"/>
          </a:xfrm>
        </p:spPr>
        <p:txBody>
          <a:bodyPr anchor="ctr">
            <a:norm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Corbel" panose="020B0503020204020204" pitchFamily="34" charset="0"/>
              </a:rPr>
              <a:t>WAR ROOM</a:t>
            </a:r>
            <a:endParaRPr lang="en-GB" sz="5400" dirty="0">
              <a:solidFill>
                <a:schemeClr val="bg1"/>
              </a:solidFill>
              <a:latin typeface="Corbel" panose="020B0503020204020204" pitchFamily="34" charset="0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2B5CBEA-F125-49B6-8335-227C325B11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17DD14E-3BC7-413D-B4AB-B92EED2F57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49154A-7E84-1ECF-0ECB-087C6AD19D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7417" y="3632200"/>
            <a:ext cx="3336001" cy="2354863"/>
          </a:xfrm>
        </p:spPr>
        <p:txBody>
          <a:bodyPr>
            <a:normAutofit/>
          </a:bodyPr>
          <a:lstStyle/>
          <a:p>
            <a:pPr algn="l"/>
            <a:r>
              <a:rPr lang="en-US" sz="2800" dirty="0">
                <a:solidFill>
                  <a:schemeClr val="bg1"/>
                </a:solidFill>
                <a:latin typeface="Corbel" panose="020B0503020204020204" pitchFamily="34" charset="0"/>
              </a:rPr>
              <a:t>MINING DEPARTMENT REPORT</a:t>
            </a:r>
            <a:endParaRPr lang="en-GB" sz="2800" dirty="0">
              <a:solidFill>
                <a:schemeClr val="bg1"/>
              </a:solidFill>
              <a:latin typeface="Corbel" panose="020B0503020204020204" pitchFamily="34" charset="0"/>
            </a:endParaRPr>
          </a:p>
        </p:txBody>
      </p:sp>
      <p:sp>
        <p:nvSpPr>
          <p:cNvPr id="20" name="Graphic 212">
            <a:extLst>
              <a:ext uri="{FF2B5EF4-FFF2-40B4-BE49-F238E27FC236}">
                <a16:creationId xmlns:a16="http://schemas.microsoft.com/office/drawing/2014/main" id="{4FB204DF-284E-45F6-A017-79A4DF57BC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798490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6908275D-177E-42F2-8887-134AFE8B7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798490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D1A5E71-B6B6-486A-8CDC-C7ABD9B90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5340" y="5287341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32B36D4-0C87-4882-A12C-18A91DBAE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5340" y="5287341"/>
            <a:ext cx="319941" cy="31994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66221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B1BA06-1D9E-C4B3-D57B-75757EF71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C972E8-C5E8-DDD3-E638-3D79D2434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3400" b="1" dirty="0">
                <a:solidFill>
                  <a:srgbClr val="FFFFFF"/>
                </a:solidFill>
                <a:latin typeface="Corbel" panose="020B0503020204020204" pitchFamily="34" charset="0"/>
              </a:rPr>
              <a:t>CONTENTS</a:t>
            </a:r>
            <a:endParaRPr lang="en-GB" sz="3400" b="1" dirty="0">
              <a:solidFill>
                <a:srgbClr val="FFFFFF"/>
              </a:solidFill>
              <a:latin typeface="Corbel" panose="020B0503020204020204" pitchFamily="34" charset="0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9C66484-9780-A710-FE5B-F735D7FD98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40269914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532557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441F00-7FBB-C412-0CED-E5F66B259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Autofit/>
          </a:bodyPr>
          <a:lstStyle/>
          <a:p>
            <a:r>
              <a:rPr lang="en-US" sz="3400" b="1" dirty="0">
                <a:solidFill>
                  <a:srgbClr val="FFFFFF"/>
                </a:solidFill>
                <a:latin typeface="Corbel" panose="020B0503020204020204" pitchFamily="34" charset="0"/>
              </a:rPr>
              <a:t>CLIENT ENGAGEMENT: GREET &amp; MEET SESSIONS</a:t>
            </a:r>
            <a:endParaRPr lang="en-GB" sz="3400" b="1" dirty="0">
              <a:solidFill>
                <a:srgbClr val="FFFFFF"/>
              </a:solidFill>
              <a:latin typeface="Corbel" panose="020B0503020204020204" pitchFamily="34" charset="0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1777C71-34B1-6389-90BF-67CF03D2A4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6445008"/>
              </p:ext>
            </p:extLst>
          </p:nvPr>
        </p:nvGraphicFramePr>
        <p:xfrm>
          <a:off x="446550" y="1575459"/>
          <a:ext cx="11384894" cy="42008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40696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5A4CB4-6813-B91D-93F3-BF01EF7C0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DB328A-829C-B3DA-BF1E-B2DF1AA7D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 fontScale="90000"/>
          </a:bodyPr>
          <a:lstStyle/>
          <a:p>
            <a:r>
              <a:rPr lang="en-US" sz="4000" b="1" dirty="0">
                <a:solidFill>
                  <a:srgbClr val="FFFFFF"/>
                </a:solidFill>
                <a:latin typeface="Corbel" panose="020B0503020204020204" pitchFamily="34" charset="0"/>
              </a:rPr>
              <a:t>CLIENT ENGAGEMENT: GREET &amp; MEET SESSIONS</a:t>
            </a:r>
            <a:endParaRPr lang="en-GB" sz="4000" dirty="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CE4A453-5C78-486E-BCD3-25B1387770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38440264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79944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70853-94DA-C13D-415C-FAAE71D1F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75846"/>
          </a:xfrm>
        </p:spPr>
        <p:txBody>
          <a:bodyPr>
            <a:normAutofit/>
          </a:bodyPr>
          <a:lstStyle/>
          <a:p>
            <a:r>
              <a:rPr lang="en-US" altLang="en-US" sz="3400" b="1" dirty="0">
                <a:latin typeface="Corbel" panose="020B0503020204020204" pitchFamily="34" charset="0"/>
              </a:rPr>
              <a:t>Current Engagement Status</a:t>
            </a:r>
            <a:endParaRPr lang="en-GB" sz="3400" dirty="0">
              <a:latin typeface="Corbel" panose="020B0503020204020204" pitchFamily="34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3CD5F8D-AB22-2EF2-FB27-AE068938A6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8942559"/>
              </p:ext>
            </p:extLst>
          </p:nvPr>
        </p:nvGraphicFramePr>
        <p:xfrm>
          <a:off x="576942" y="1998322"/>
          <a:ext cx="11234058" cy="4018372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5617029">
                  <a:extLst>
                    <a:ext uri="{9D8B030D-6E8A-4147-A177-3AD203B41FA5}">
                      <a16:colId xmlns:a16="http://schemas.microsoft.com/office/drawing/2014/main" val="1263462201"/>
                    </a:ext>
                  </a:extLst>
                </a:gridCol>
                <a:gridCol w="5617029">
                  <a:extLst>
                    <a:ext uri="{9D8B030D-6E8A-4147-A177-3AD203B41FA5}">
                      <a16:colId xmlns:a16="http://schemas.microsoft.com/office/drawing/2014/main" val="151602838"/>
                    </a:ext>
                  </a:extLst>
                </a:gridCol>
              </a:tblGrid>
              <a:tr h="7912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500" b="1" dirty="0"/>
                        <a:t>Outreach Phase</a:t>
                      </a:r>
                      <a:endParaRPr lang="en-GB" sz="2500" b="1" dirty="0">
                        <a:latin typeface="Corbel" panose="020B05030202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500" b="1" dirty="0"/>
                        <a:t>Status</a:t>
                      </a:r>
                      <a:endParaRPr lang="en-GB" sz="2500" b="1" dirty="0">
                        <a:latin typeface="Corbel" panose="020B05030202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9543163"/>
                  </a:ext>
                </a:extLst>
              </a:tr>
              <a:tr h="7912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500" dirty="0"/>
                        <a:t>Initial Requests Sent</a:t>
                      </a:r>
                      <a:endParaRPr lang="en-GB" sz="2500" dirty="0">
                        <a:latin typeface="Corbel" panose="020B05030202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500"/>
                        <a:t>Completed (26 Feb 2026)</a:t>
                      </a:r>
                      <a:endParaRPr lang="en-GB" sz="2500">
                        <a:latin typeface="Corbel" panose="020B05030202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8064922"/>
                  </a:ext>
                </a:extLst>
              </a:tr>
              <a:tr h="7912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500" dirty="0"/>
                        <a:t>Availability Confirmation</a:t>
                      </a:r>
                      <a:endParaRPr lang="en-GB" sz="2500" dirty="0">
                        <a:latin typeface="Corbel" panose="020B05030202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500" dirty="0"/>
                        <a:t>High-priority clients and 4 client to confirm their availability</a:t>
                      </a:r>
                      <a:endParaRPr lang="en-GB" sz="2500" dirty="0">
                        <a:latin typeface="Corbel" panose="020B05030202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3641414"/>
                  </a:ext>
                </a:extLst>
              </a:tr>
              <a:tr h="7912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500"/>
                        <a:t>Waiting for Response</a:t>
                      </a:r>
                      <a:endParaRPr lang="en-GB" sz="2500">
                        <a:latin typeface="Corbel" panose="020B05030202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500" dirty="0"/>
                        <a:t>Remaining clients – 13 </a:t>
                      </a:r>
                      <a:endParaRPr lang="en-GB" sz="2500" dirty="0">
                        <a:latin typeface="Corbel" panose="020B05030202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4549487"/>
                  </a:ext>
                </a:extLst>
              </a:tr>
              <a:tr h="7912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500"/>
                        <a:t>Meetings Scheduled</a:t>
                      </a:r>
                      <a:endParaRPr lang="en-GB" sz="2500">
                        <a:latin typeface="Corbel" panose="020B05030202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500" dirty="0"/>
                        <a:t>In progress</a:t>
                      </a:r>
                      <a:endParaRPr lang="en-GB" sz="2500" dirty="0">
                        <a:latin typeface="Corbel" panose="020B05030202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64901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1258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D5DEA-D200-D97E-4658-41D14EAB5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8A4F7-9967-6595-6EFC-BE200B920901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 panose="020B0503020204020204" pitchFamily="34" charset="0"/>
                <a:ea typeface="+mj-ea"/>
                <a:cs typeface="+mj-cs"/>
              </a:rPr>
              <a:t>CLIENT APPROACH PLAN</a:t>
            </a:r>
            <a:endParaRPr lang="en-GB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97B4C7F-9A32-B2F8-B99C-45A1533FDE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F7ECB9B6-56C1-B655-B820-9DA02118ADE1}"/>
              </a:ext>
            </a:extLst>
          </p:cNvPr>
          <p:cNvSpPr/>
          <p:nvPr/>
        </p:nvSpPr>
        <p:spPr>
          <a:xfrm>
            <a:off x="813662" y="1825625"/>
            <a:ext cx="10681651" cy="4107089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700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14E187F-9843-B8FF-C1C7-FC16B8F39116}"/>
              </a:ext>
            </a:extLst>
          </p:cNvPr>
          <p:cNvSpPr/>
          <p:nvPr/>
        </p:nvSpPr>
        <p:spPr>
          <a:xfrm>
            <a:off x="813663" y="3113314"/>
            <a:ext cx="2079522" cy="1665801"/>
          </a:xfrm>
          <a:prstGeom prst="ellipse">
            <a:avLst/>
          </a:prstGeom>
          <a:solidFill>
            <a:srgbClr val="003366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/>
            </a:pPr>
            <a:r>
              <a:rPr lang="en-US" sz="1600" b="1" kern="0" dirty="0">
                <a:solidFill>
                  <a:prstClr val="white"/>
                </a:solidFill>
                <a:latin typeface="Corbel" panose="020B0503020204020204" pitchFamily="34" charset="0"/>
              </a:rPr>
              <a:t>OUTREACH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 pitchFamily="34" charset="0"/>
              </a:rPr>
              <a:t>Initial invitation sent to 17 clients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 pitchFamily="34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B2B0C02-40A1-61C4-D545-9EDFBFCD707B}"/>
              </a:ext>
            </a:extLst>
          </p:cNvPr>
          <p:cNvSpPr/>
          <p:nvPr/>
        </p:nvSpPr>
        <p:spPr>
          <a:xfrm>
            <a:off x="2705804" y="3083945"/>
            <a:ext cx="1951637" cy="1720718"/>
          </a:xfrm>
          <a:prstGeom prst="ellipse">
            <a:avLst/>
          </a:prstGeom>
          <a:solidFill>
            <a:srgbClr val="FF8C0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 pitchFamily="34" charset="0"/>
              </a:rPr>
              <a:t>FOLLOW – UP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/>
            </a:pPr>
            <a:r>
              <a:rPr lang="en-US" sz="1600" b="1" kern="0" dirty="0">
                <a:solidFill>
                  <a:prstClr val="white"/>
                </a:solidFill>
                <a:latin typeface="Corbel" panose="020B0503020204020204" pitchFamily="34" charset="0"/>
              </a:rPr>
              <a:t>To be done every 2 weeks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 pitchFamily="34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3C2AE03-AE91-AA35-4062-0EC037BDCB03}"/>
              </a:ext>
            </a:extLst>
          </p:cNvPr>
          <p:cNvSpPr/>
          <p:nvPr/>
        </p:nvSpPr>
        <p:spPr>
          <a:xfrm>
            <a:off x="4474233" y="3113314"/>
            <a:ext cx="2384888" cy="1691350"/>
          </a:xfrm>
          <a:prstGeom prst="ellipse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endParaRPr lang="en-US" dirty="0"/>
          </a:p>
          <a:p>
            <a:pPr algn="ctr">
              <a:defRPr sz="1200" b="1"/>
            </a:pPr>
            <a:r>
              <a:rPr lang="en-US" sz="1600" dirty="0">
                <a:latin typeface="Corbel" panose="020B0503020204020204" pitchFamily="34" charset="0"/>
              </a:rPr>
              <a:t>MEETING CONFIRMATION</a:t>
            </a:r>
          </a:p>
          <a:p>
            <a:pPr algn="ctr"/>
            <a:r>
              <a:rPr lang="en-US" sz="1600" dirty="0">
                <a:latin typeface="Corbel" panose="020B0503020204020204" pitchFamily="34" charset="0"/>
              </a:rPr>
              <a:t>Schedule meeting date</a:t>
            </a:r>
            <a:endParaRPr sz="1600" dirty="0">
              <a:latin typeface="Corbel" panose="020B0503020204020204" pitchFamily="34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04ED70D-30A7-302C-E450-90952B1E3336}"/>
              </a:ext>
            </a:extLst>
          </p:cNvPr>
          <p:cNvSpPr/>
          <p:nvPr/>
        </p:nvSpPr>
        <p:spPr>
          <a:xfrm>
            <a:off x="6735491" y="3113314"/>
            <a:ext cx="2201679" cy="1720718"/>
          </a:xfrm>
          <a:prstGeom prst="ellipse">
            <a:avLst/>
          </a:prstGeom>
          <a:solidFill>
            <a:srgbClr val="003366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/>
            </a:pPr>
            <a:r>
              <a:rPr lang="en-US" sz="1600" b="1" kern="0" dirty="0">
                <a:solidFill>
                  <a:prstClr val="white"/>
                </a:solidFill>
                <a:latin typeface="Corbel" panose="020B0503020204020204" pitchFamily="34" charset="0"/>
              </a:rPr>
              <a:t>ENGAGEMENT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 pitchFamily="34" charset="0"/>
              </a:rPr>
              <a:t>Conduct greet &amp; meet session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 pitchFamily="34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E5E37E3-2094-90C3-D386-21F53A4EC779}"/>
              </a:ext>
            </a:extLst>
          </p:cNvPr>
          <p:cNvSpPr/>
          <p:nvPr/>
        </p:nvSpPr>
        <p:spPr>
          <a:xfrm>
            <a:off x="8790476" y="3113314"/>
            <a:ext cx="2273838" cy="1611824"/>
          </a:xfrm>
          <a:prstGeom prst="ellipse">
            <a:avLst/>
          </a:prstGeom>
          <a:solidFill>
            <a:srgbClr val="FF8C0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 pitchFamily="34" charset="0"/>
              </a:rPr>
              <a:t>ACTION PLAN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/>
            </a:pPr>
            <a:r>
              <a:rPr lang="en-US" sz="1600" b="1" kern="0" dirty="0">
                <a:solidFill>
                  <a:prstClr val="white"/>
                </a:solidFill>
                <a:latin typeface="Corbel" panose="020B0503020204020204" pitchFamily="34" charset="0"/>
              </a:rPr>
              <a:t>Identify action items &amp; opportunities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1635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70D16-77D4-B28C-1C86-A766DDAEC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86732"/>
          </a:xfrm>
        </p:spPr>
        <p:txBody>
          <a:bodyPr>
            <a:normAutofit/>
          </a:bodyPr>
          <a:lstStyle/>
          <a:p>
            <a:r>
              <a:rPr lang="en-US" sz="3400" b="1" dirty="0">
                <a:latin typeface="Corbel" panose="020B0503020204020204" pitchFamily="34" charset="0"/>
              </a:rPr>
              <a:t>CLIENT ENGAGEMENT: GREET &amp; MEET SESSIONS</a:t>
            </a:r>
            <a:endParaRPr lang="en-GB" sz="3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68D09-7E71-BC39-0BEB-78B3755B76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500" b="1" dirty="0">
                <a:latin typeface="Corbel" panose="020B0503020204020204" pitchFamily="34" charset="0"/>
              </a:rPr>
              <a:t>Action Plan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500" dirty="0">
                <a:latin typeface="Corbel" panose="020B0503020204020204" pitchFamily="34" charset="0"/>
              </a:rPr>
              <a:t>Implement 14-day follow-up communication.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500" dirty="0">
                <a:latin typeface="Corbel" panose="020B0503020204020204" pitchFamily="34" charset="0"/>
              </a:rPr>
              <a:t>Conduct client follow-ups this week – done on the 10</a:t>
            </a:r>
            <a:r>
              <a:rPr lang="en-US" sz="2500" baseline="30000" dirty="0">
                <a:latin typeface="Corbel" panose="020B0503020204020204" pitchFamily="34" charset="0"/>
              </a:rPr>
              <a:t>th</a:t>
            </a:r>
            <a:r>
              <a:rPr lang="en-US" sz="2500" dirty="0">
                <a:latin typeface="Corbel" panose="020B0503020204020204" pitchFamily="34" charset="0"/>
              </a:rPr>
              <a:t> March 2026.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500" dirty="0">
                <a:latin typeface="Corbel" panose="020B0503020204020204" pitchFamily="34" charset="0"/>
              </a:rPr>
              <a:t>Confirm Greet &amp; Meet session schedules once confirmations are received.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500" dirty="0">
                <a:latin typeface="Corbel" panose="020B0503020204020204" pitchFamily="34" charset="0"/>
              </a:rPr>
              <a:t>Document engagement insights and opportunities.</a:t>
            </a:r>
          </a:p>
          <a:p>
            <a:pPr marL="0" indent="0">
              <a:buNone/>
            </a:pPr>
            <a:endParaRPr lang="en-US" sz="2500" b="1" dirty="0">
              <a:latin typeface="Corbel" panose="020B0503020204020204" pitchFamily="34" charset="0"/>
            </a:endParaRPr>
          </a:p>
          <a:p>
            <a:pPr marL="0" indent="0">
              <a:buNone/>
            </a:pPr>
            <a:r>
              <a:rPr lang="en-US" sz="2500" b="1" dirty="0">
                <a:latin typeface="Corbel" panose="020B0503020204020204" pitchFamily="34" charset="0"/>
              </a:rPr>
              <a:t>Key Target</a:t>
            </a:r>
          </a:p>
          <a:p>
            <a:pPr marL="0" indent="0">
              <a:buNone/>
            </a:pPr>
            <a:r>
              <a:rPr lang="en-US" sz="2500" dirty="0">
                <a:latin typeface="Corbel" panose="020B0503020204020204" pitchFamily="34" charset="0"/>
              </a:rPr>
              <a:t>Convert 40% of “Waiting for Response” leads into scheduled meetings by the end of March 2026.</a:t>
            </a:r>
          </a:p>
          <a:p>
            <a:endParaRPr lang="en-GB" sz="2500" dirty="0"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77738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FA2BC2-F8E7-223D-4DA8-115B8AA00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4000" b="1">
                <a:solidFill>
                  <a:srgbClr val="FFFFFF"/>
                </a:solidFill>
                <a:latin typeface="Corbel" panose="020B0503020204020204" pitchFamily="34" charset="0"/>
              </a:rPr>
              <a:t>2. Intended Upcoming Client Training </a:t>
            </a:r>
            <a:endParaRPr lang="en-GB" sz="4000">
              <a:solidFill>
                <a:srgbClr val="FFFFFF"/>
              </a:solidFill>
              <a:latin typeface="Corbel" panose="020B0503020204020204" pitchFamily="34" charset="0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EEFF93B-6CF7-E39C-73B2-47752E87F3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9663921"/>
              </p:ext>
            </p:extLst>
          </p:nvPr>
        </p:nvGraphicFramePr>
        <p:xfrm>
          <a:off x="644056" y="2112579"/>
          <a:ext cx="11210487" cy="37874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868763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1E48C2-911C-61D3-AD94-960C1EB00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59CC0B-B504-4CCD-CA6B-50A034663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  <a:latin typeface="Corbel" panose="020B0503020204020204" pitchFamily="34" charset="0"/>
              </a:rPr>
              <a:t>CONTINUATION - </a:t>
            </a:r>
            <a:r>
              <a:rPr lang="en-GB" sz="4000" dirty="0">
                <a:solidFill>
                  <a:srgbClr val="FFFFFF"/>
                </a:solidFill>
                <a:latin typeface="Corbel" panose="020B0503020204020204" pitchFamily="34" charset="0"/>
              </a:rPr>
              <a:t>Training Roadmap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CAE5426-18DD-223A-0FB7-9869B14EC7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9319824"/>
              </p:ext>
            </p:extLst>
          </p:nvPr>
        </p:nvGraphicFramePr>
        <p:xfrm>
          <a:off x="644056" y="1698172"/>
          <a:ext cx="11286687" cy="48109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953322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7A6DBD-5C27-DE1C-5F65-EBCCD5209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F76F13-B283-CFEE-B1BD-519F27346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314495" cy="2396359"/>
          </a:xfrm>
        </p:spPr>
        <p:txBody>
          <a:bodyPr anchor="b">
            <a:normAutofit/>
          </a:bodyPr>
          <a:lstStyle/>
          <a:p>
            <a:pPr algn="ctr"/>
            <a:r>
              <a:rPr lang="en-GB" sz="3400" dirty="0">
                <a:solidFill>
                  <a:srgbClr val="FFFFFF"/>
                </a:solidFill>
                <a:latin typeface="Corbel" panose="020B0503020204020204" pitchFamily="34" charset="0"/>
              </a:rPr>
              <a:t>CONTINUATION - Training Outcomes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DF444F8-ABE6-A64A-9D08-89E379F2CE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2555436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837506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4EAD2F-3F34-B9CD-C4E2-EBCEAAC7B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420958-B4DF-F619-C393-68E799F93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610" y="1624755"/>
            <a:ext cx="2058751" cy="1821444"/>
          </a:xfrm>
        </p:spPr>
        <p:txBody>
          <a:bodyPr anchor="b">
            <a:normAutofit/>
          </a:bodyPr>
          <a:lstStyle/>
          <a:p>
            <a:pPr algn="r"/>
            <a:r>
              <a:rPr lang="en-GB" sz="4000" b="1" dirty="0">
                <a:solidFill>
                  <a:srgbClr val="FFFFFF"/>
                </a:solidFill>
                <a:latin typeface="Corbel" panose="020B0503020204020204" pitchFamily="34" charset="0"/>
              </a:rPr>
              <a:t>Active Leads &amp; Pipeline</a:t>
            </a:r>
            <a:endParaRPr lang="en-GB" sz="4000" dirty="0">
              <a:solidFill>
                <a:srgbClr val="FFFFFF"/>
              </a:solidFill>
              <a:latin typeface="Corbel" panose="020B0503020204020204" pitchFamily="34" charset="0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706BB72-2CF5-2E9D-6AF4-F770A6CEF3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0469469"/>
              </p:ext>
            </p:extLst>
          </p:nvPr>
        </p:nvGraphicFramePr>
        <p:xfrm>
          <a:off x="2394857" y="10138"/>
          <a:ext cx="9749313" cy="68650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6317">
                  <a:extLst>
                    <a:ext uri="{9D8B030D-6E8A-4147-A177-3AD203B41FA5}">
                      <a16:colId xmlns:a16="http://schemas.microsoft.com/office/drawing/2014/main" val="1575635210"/>
                    </a:ext>
                  </a:extLst>
                </a:gridCol>
                <a:gridCol w="4348657">
                  <a:extLst>
                    <a:ext uri="{9D8B030D-6E8A-4147-A177-3AD203B41FA5}">
                      <a16:colId xmlns:a16="http://schemas.microsoft.com/office/drawing/2014/main" val="249879165"/>
                    </a:ext>
                  </a:extLst>
                </a:gridCol>
                <a:gridCol w="2300775">
                  <a:extLst>
                    <a:ext uri="{9D8B030D-6E8A-4147-A177-3AD203B41FA5}">
                      <a16:colId xmlns:a16="http://schemas.microsoft.com/office/drawing/2014/main" val="2546198999"/>
                    </a:ext>
                  </a:extLst>
                </a:gridCol>
                <a:gridCol w="1763564">
                  <a:extLst>
                    <a:ext uri="{9D8B030D-6E8A-4147-A177-3AD203B41FA5}">
                      <a16:colId xmlns:a16="http://schemas.microsoft.com/office/drawing/2014/main" val="1697315338"/>
                    </a:ext>
                  </a:extLst>
                </a:gridCol>
              </a:tblGrid>
              <a:tr h="527059">
                <a:tc>
                  <a:txBody>
                    <a:bodyPr/>
                    <a:lstStyle/>
                    <a:p>
                      <a:r>
                        <a:rPr lang="en-US" sz="1500">
                          <a:latin typeface="Corbel" panose="020B0503020204020204" pitchFamily="34" charset="0"/>
                        </a:rPr>
                        <a:t>Client</a:t>
                      </a:r>
                      <a:endParaRPr lang="en-GB" sz="1500">
                        <a:latin typeface="Corbel" panose="020B0503020204020204" pitchFamily="34" charset="0"/>
                      </a:endParaRPr>
                    </a:p>
                  </a:txBody>
                  <a:tcPr marL="72229" marR="72229" marT="36114" marB="36114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latin typeface="Corbel" panose="020B0503020204020204" pitchFamily="34" charset="0"/>
                        </a:rPr>
                        <a:t>Comments</a:t>
                      </a:r>
                      <a:endParaRPr lang="en-GB" sz="1500">
                        <a:latin typeface="Corbel" panose="020B0503020204020204" pitchFamily="34" charset="0"/>
                      </a:endParaRPr>
                    </a:p>
                  </a:txBody>
                  <a:tcPr marL="72229" marR="72229" marT="36114" marB="36114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latin typeface="Corbel" panose="020B0503020204020204" pitchFamily="34" charset="0"/>
                        </a:rPr>
                        <a:t>Progress</a:t>
                      </a:r>
                      <a:endParaRPr lang="en-GB" sz="1500">
                        <a:latin typeface="Corbel" panose="020B0503020204020204" pitchFamily="34" charset="0"/>
                      </a:endParaRPr>
                    </a:p>
                  </a:txBody>
                  <a:tcPr marL="72229" marR="72229" marT="36114" marB="36114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latin typeface="Corbel" panose="020B0503020204020204" pitchFamily="34" charset="0"/>
                        </a:rPr>
                        <a:t>Responsible Person</a:t>
                      </a:r>
                      <a:endParaRPr lang="en-GB" sz="1500">
                        <a:latin typeface="Corbel" panose="020B0503020204020204" pitchFamily="34" charset="0"/>
                      </a:endParaRPr>
                    </a:p>
                  </a:txBody>
                  <a:tcPr marL="72229" marR="72229" marT="36114" marB="36114"/>
                </a:tc>
                <a:extLst>
                  <a:ext uri="{0D108BD9-81ED-4DB2-BD59-A6C34878D82A}">
                    <a16:rowId xmlns:a16="http://schemas.microsoft.com/office/drawing/2014/main" val="535503668"/>
                  </a:ext>
                </a:extLst>
              </a:tr>
              <a:tr h="506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500" b="0" i="0" u="none" strike="noStrike">
                          <a:solidFill>
                            <a:srgbClr val="000000"/>
                          </a:solidFill>
                          <a:effectLst/>
                          <a:latin typeface="Corbel" panose="020B0503020204020204" pitchFamily="34" charset="0"/>
                        </a:rPr>
                        <a:t>Tataki Mining</a:t>
                      </a: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orbel" panose="020B0503020204020204" pitchFamily="34" charset="0"/>
                        </a:rPr>
                        <a:t>Trying to find new contacts following on a change in management from 2025.</a:t>
                      </a: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Corbel" panose="020B0503020204020204" pitchFamily="34" charset="0"/>
                        </a:rPr>
                        <a:t>Work in progress</a:t>
                      </a:r>
                      <a:endParaRPr lang="en-GB" sz="1500" dirty="0">
                        <a:latin typeface="Corbel" panose="020B0503020204020204" pitchFamily="34" charset="0"/>
                      </a:endParaRPr>
                    </a:p>
                  </a:txBody>
                  <a:tcPr marL="72229" marR="72229" marT="36114" marB="36114"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Corbel" panose="020B0503020204020204" pitchFamily="34" charset="0"/>
                        </a:rPr>
                        <a:t>Tirelo </a:t>
                      </a:r>
                      <a:endParaRPr lang="en-GB" sz="1500" dirty="0">
                        <a:latin typeface="Corbel" panose="020B0503020204020204" pitchFamily="34" charset="0"/>
                      </a:endParaRPr>
                    </a:p>
                  </a:txBody>
                  <a:tcPr marL="72229" marR="72229" marT="36114" marB="36114"/>
                </a:tc>
                <a:extLst>
                  <a:ext uri="{0D108BD9-81ED-4DB2-BD59-A6C34878D82A}">
                    <a16:rowId xmlns:a16="http://schemas.microsoft.com/office/drawing/2014/main" val="1932042259"/>
                  </a:ext>
                </a:extLst>
              </a:tr>
              <a:tr h="52705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500" b="0" i="0" u="none" strike="noStrike">
                          <a:solidFill>
                            <a:srgbClr val="000000"/>
                          </a:solidFill>
                          <a:effectLst/>
                          <a:latin typeface="Corbel" panose="020B0503020204020204" pitchFamily="34" charset="0"/>
                        </a:rPr>
                        <a:t>Sesiro/Debswana Assets</a:t>
                      </a: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orbel" panose="020B0503020204020204" pitchFamily="34" charset="0"/>
                        </a:rPr>
                        <a:t>Minet to provide alternate solutions outside of the Anglo-</a:t>
                      </a:r>
                      <a:r>
                        <a:rPr lang="en-US" sz="15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orbel" panose="020B0503020204020204" pitchFamily="34" charset="0"/>
                        </a:rPr>
                        <a:t>Coromin</a:t>
                      </a: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orbel" panose="020B0503020204020204" pitchFamily="34" charset="0"/>
                        </a:rPr>
                        <a:t> arrangement. </a:t>
                      </a: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orbel" panose="020B0503020204020204" pitchFamily="34" charset="0"/>
                        </a:rPr>
                        <a:t>Quotes will be presented in March</a:t>
                      </a:r>
                      <a:endParaRPr lang="en-GB" sz="1500" dirty="0">
                        <a:latin typeface="Corbel" panose="020B0503020204020204" pitchFamily="34" charset="0"/>
                      </a:endParaRPr>
                    </a:p>
                  </a:txBody>
                  <a:tcPr marL="72229" marR="72229" marT="36114" marB="36114"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Corbel" panose="020B0503020204020204" pitchFamily="34" charset="0"/>
                        </a:rPr>
                        <a:t>Tirelo </a:t>
                      </a:r>
                      <a:endParaRPr lang="en-GB" sz="1500" dirty="0">
                        <a:latin typeface="Corbel" panose="020B0503020204020204" pitchFamily="34" charset="0"/>
                      </a:endParaRPr>
                    </a:p>
                  </a:txBody>
                  <a:tcPr marL="72229" marR="72229" marT="36114" marB="36114"/>
                </a:tc>
                <a:extLst>
                  <a:ext uri="{0D108BD9-81ED-4DB2-BD59-A6C34878D82A}">
                    <a16:rowId xmlns:a16="http://schemas.microsoft.com/office/drawing/2014/main" val="3265369908"/>
                  </a:ext>
                </a:extLst>
              </a:tr>
              <a:tr h="35773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orbel" panose="020B0503020204020204" pitchFamily="34" charset="0"/>
                        </a:rPr>
                        <a:t>Lucara</a:t>
                      </a: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orbel" panose="020B0503020204020204" pitchFamily="34" charset="0"/>
                        </a:rPr>
                        <a:t>Engaging CEO &amp; CFO. </a:t>
                      </a: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orbel" panose="020B0503020204020204" pitchFamily="34" charset="0"/>
                        </a:rPr>
                        <a:t>Work in progress</a:t>
                      </a:r>
                      <a:endParaRPr lang="en-GB" sz="1500" dirty="0">
                        <a:latin typeface="Corbel" panose="020B0503020204020204" pitchFamily="34" charset="0"/>
                      </a:endParaRPr>
                    </a:p>
                  </a:txBody>
                  <a:tcPr marL="72229" marR="72229" marT="36114" marB="36114"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Corbel" panose="020B0503020204020204" pitchFamily="34" charset="0"/>
                        </a:rPr>
                        <a:t>Tirelo</a:t>
                      </a:r>
                      <a:endParaRPr lang="en-GB" sz="1500" dirty="0">
                        <a:latin typeface="Corbel" panose="020B0503020204020204" pitchFamily="34" charset="0"/>
                      </a:endParaRPr>
                    </a:p>
                  </a:txBody>
                  <a:tcPr marL="72229" marR="72229" marT="36114" marB="36114"/>
                </a:tc>
                <a:extLst>
                  <a:ext uri="{0D108BD9-81ED-4DB2-BD59-A6C34878D82A}">
                    <a16:rowId xmlns:a16="http://schemas.microsoft.com/office/drawing/2014/main" val="2543526780"/>
                  </a:ext>
                </a:extLst>
              </a:tr>
              <a:tr h="73456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500" b="0" i="0" u="none" strike="noStrike">
                          <a:solidFill>
                            <a:srgbClr val="000000"/>
                          </a:solidFill>
                          <a:effectLst/>
                          <a:latin typeface="Corbel" panose="020B0503020204020204" pitchFamily="34" charset="0"/>
                        </a:rPr>
                        <a:t>Maatla Resources</a:t>
                      </a: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orbel" panose="020B0503020204020204" pitchFamily="34" charset="0"/>
                        </a:rPr>
                        <a:t>Lombard and BECI to present the policy wording to Director of Department of Mines for approval.</a:t>
                      </a: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orbel" panose="020B0503020204020204" pitchFamily="34" charset="0"/>
                        </a:rPr>
                        <a:t>Work in progress</a:t>
                      </a:r>
                      <a:endParaRPr lang="en-GB" sz="1500" dirty="0">
                        <a:latin typeface="Corbel" panose="020B0503020204020204" pitchFamily="34" charset="0"/>
                      </a:endParaRPr>
                    </a:p>
                  </a:txBody>
                  <a:tcPr marL="72229" marR="72229" marT="36114" marB="36114"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Corbel" panose="020B0503020204020204" pitchFamily="34" charset="0"/>
                        </a:rPr>
                        <a:t>Tshwarelo/Tirelo</a:t>
                      </a:r>
                      <a:endParaRPr lang="en-GB" sz="1500" dirty="0">
                        <a:latin typeface="Corbel" panose="020B0503020204020204" pitchFamily="34" charset="0"/>
                      </a:endParaRPr>
                    </a:p>
                  </a:txBody>
                  <a:tcPr marL="72229" marR="72229" marT="36114" marB="36114"/>
                </a:tc>
                <a:extLst>
                  <a:ext uri="{0D108BD9-81ED-4DB2-BD59-A6C34878D82A}">
                    <a16:rowId xmlns:a16="http://schemas.microsoft.com/office/drawing/2014/main" val="1472782285"/>
                  </a:ext>
                </a:extLst>
              </a:tr>
              <a:tr h="52705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5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orbel" panose="020B0503020204020204" pitchFamily="34" charset="0"/>
                        </a:rPr>
                        <a:t>Solex</a:t>
                      </a:r>
                      <a:r>
                        <a:rPr lang="en-GB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orbel" panose="020B0503020204020204" pitchFamily="34" charset="0"/>
                        </a:rPr>
                        <a:t> Power</a:t>
                      </a: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orbel" panose="020B0503020204020204" pitchFamily="34" charset="0"/>
                        </a:rPr>
                        <a:t>Looking to meet up the project owners the week starting 09/03</a:t>
                      </a: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Corbel" panose="020B0503020204020204" pitchFamily="34" charset="0"/>
                        </a:rPr>
                        <a:t>To set up another meeting</a:t>
                      </a:r>
                      <a:endParaRPr lang="en-GB" sz="1500" dirty="0">
                        <a:latin typeface="Corbel" panose="020B0503020204020204" pitchFamily="34" charset="0"/>
                      </a:endParaRPr>
                    </a:p>
                  </a:txBody>
                  <a:tcPr marL="72229" marR="72229" marT="36114" marB="36114"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Corbel" panose="020B0503020204020204" pitchFamily="34" charset="0"/>
                        </a:rPr>
                        <a:t>Tirelo</a:t>
                      </a:r>
                      <a:endParaRPr lang="en-GB" sz="1500" dirty="0">
                        <a:latin typeface="Corbel" panose="020B0503020204020204" pitchFamily="34" charset="0"/>
                      </a:endParaRPr>
                    </a:p>
                  </a:txBody>
                  <a:tcPr marL="72229" marR="72229" marT="36114" marB="36114"/>
                </a:tc>
                <a:extLst>
                  <a:ext uri="{0D108BD9-81ED-4DB2-BD59-A6C34878D82A}">
                    <a16:rowId xmlns:a16="http://schemas.microsoft.com/office/drawing/2014/main" val="3228309541"/>
                  </a:ext>
                </a:extLst>
              </a:tr>
              <a:tr h="506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500" b="0" i="0" u="none" strike="noStrike">
                          <a:solidFill>
                            <a:srgbClr val="000000"/>
                          </a:solidFill>
                          <a:effectLst/>
                          <a:latin typeface="Corbel" panose="020B0503020204020204" pitchFamily="34" charset="0"/>
                        </a:rPr>
                        <a:t>Debswana Healthcare</a:t>
                      </a: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orbel" panose="020B0503020204020204" pitchFamily="34" charset="0"/>
                        </a:rPr>
                        <a:t>We have presented Healthcare solutions to the Debswana Wellness Fund. </a:t>
                      </a: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orbel" panose="020B0503020204020204" pitchFamily="34" charset="0"/>
                        </a:rPr>
                        <a:t>Work in progress</a:t>
                      </a:r>
                      <a:endParaRPr lang="en-GB" sz="1500" dirty="0">
                        <a:latin typeface="Corbel" panose="020B0503020204020204" pitchFamily="34" charset="0"/>
                      </a:endParaRPr>
                    </a:p>
                  </a:txBody>
                  <a:tcPr marL="72229" marR="72229" marT="36114" marB="36114"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Corbel" panose="020B0503020204020204" pitchFamily="34" charset="0"/>
                        </a:rPr>
                        <a:t>Tirelo</a:t>
                      </a:r>
                      <a:endParaRPr lang="en-GB" sz="1500" dirty="0">
                        <a:latin typeface="Corbel" panose="020B0503020204020204" pitchFamily="34" charset="0"/>
                      </a:endParaRPr>
                    </a:p>
                  </a:txBody>
                  <a:tcPr marL="72229" marR="72229" marT="36114" marB="36114"/>
                </a:tc>
                <a:extLst>
                  <a:ext uri="{0D108BD9-81ED-4DB2-BD59-A6C34878D82A}">
                    <a16:rowId xmlns:a16="http://schemas.microsoft.com/office/drawing/2014/main" val="588987234"/>
                  </a:ext>
                </a:extLst>
              </a:tr>
              <a:tr h="52705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500" b="0" i="0" u="none" strike="noStrike">
                          <a:solidFill>
                            <a:srgbClr val="000000"/>
                          </a:solidFill>
                          <a:effectLst/>
                          <a:latin typeface="Corbel" panose="020B0503020204020204" pitchFamily="34" charset="0"/>
                        </a:rPr>
                        <a:t>Tardieu Botswana</a:t>
                      </a: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orbel" panose="020B0503020204020204" pitchFamily="34" charset="0"/>
                        </a:rPr>
                        <a:t>Client finalizing on with setting up bank account for the submission of KYC.</a:t>
                      </a: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Corbel" panose="020B0503020204020204" pitchFamily="34" charset="0"/>
                        </a:rPr>
                        <a:t>Work in progress</a:t>
                      </a:r>
                      <a:endParaRPr lang="en-GB" sz="1500" dirty="0">
                        <a:latin typeface="Corbel" panose="020B0503020204020204" pitchFamily="34" charset="0"/>
                      </a:endParaRPr>
                    </a:p>
                  </a:txBody>
                  <a:tcPr marL="72229" marR="72229" marT="36114" marB="36114"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Corbel" panose="020B0503020204020204" pitchFamily="34" charset="0"/>
                        </a:rPr>
                        <a:t>Tshwarelo/Tshenolo</a:t>
                      </a:r>
                      <a:endParaRPr lang="en-GB" sz="1500" dirty="0">
                        <a:latin typeface="Corbel" panose="020B0503020204020204" pitchFamily="34" charset="0"/>
                      </a:endParaRPr>
                    </a:p>
                  </a:txBody>
                  <a:tcPr marL="72229" marR="72229" marT="36114" marB="36114"/>
                </a:tc>
                <a:extLst>
                  <a:ext uri="{0D108BD9-81ED-4DB2-BD59-A6C34878D82A}">
                    <a16:rowId xmlns:a16="http://schemas.microsoft.com/office/drawing/2014/main" val="3483053998"/>
                  </a:ext>
                </a:extLst>
              </a:tr>
              <a:tr h="75463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500" b="0" i="0" u="none" strike="noStrike">
                          <a:solidFill>
                            <a:srgbClr val="000000"/>
                          </a:solidFill>
                          <a:effectLst/>
                          <a:latin typeface="Corbel" panose="020B0503020204020204" pitchFamily="34" charset="0"/>
                        </a:rPr>
                        <a:t>Power Plant Engineers</a:t>
                      </a: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orbel" panose="020B0503020204020204" pitchFamily="34" charset="0"/>
                        </a:rPr>
                        <a:t>Terms approved and waiting for KYC submission to issue the invoices</a:t>
                      </a: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Corbel" panose="020B0503020204020204" pitchFamily="34" charset="0"/>
                        </a:rPr>
                        <a:t>Work in progress. Challenges with submitting UBO info</a:t>
                      </a:r>
                      <a:endParaRPr lang="en-GB" sz="1500" dirty="0">
                        <a:latin typeface="Corbel" panose="020B0503020204020204" pitchFamily="34" charset="0"/>
                      </a:endParaRPr>
                    </a:p>
                  </a:txBody>
                  <a:tcPr marL="72229" marR="72229" marT="36114" marB="36114"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Corbel" panose="020B0503020204020204" pitchFamily="34" charset="0"/>
                        </a:rPr>
                        <a:t>Tshenolo</a:t>
                      </a:r>
                      <a:endParaRPr lang="en-GB" sz="1500" dirty="0">
                        <a:latin typeface="Corbel" panose="020B0503020204020204" pitchFamily="34" charset="0"/>
                      </a:endParaRPr>
                    </a:p>
                  </a:txBody>
                  <a:tcPr marL="72229" marR="72229" marT="36114" marB="36114"/>
                </a:tc>
                <a:extLst>
                  <a:ext uri="{0D108BD9-81ED-4DB2-BD59-A6C34878D82A}">
                    <a16:rowId xmlns:a16="http://schemas.microsoft.com/office/drawing/2014/main" val="431201354"/>
                  </a:ext>
                </a:extLst>
              </a:tr>
              <a:tr h="506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500" b="0" i="0" u="none" strike="noStrike">
                          <a:solidFill>
                            <a:srgbClr val="000000"/>
                          </a:solidFill>
                          <a:effectLst/>
                          <a:latin typeface="Corbel" panose="020B0503020204020204" pitchFamily="34" charset="0"/>
                        </a:rPr>
                        <a:t>Tau Freight Logistics</a:t>
                      </a: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orbel" panose="020B0503020204020204" pitchFamily="34" charset="0"/>
                        </a:rPr>
                        <a:t>Quotation shared with the client and still reviewing.Client waiting approval from CEDA</a:t>
                      </a: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Corbel" panose="020B0503020204020204" pitchFamily="34" charset="0"/>
                        </a:rPr>
                        <a:t>Work in progress</a:t>
                      </a:r>
                      <a:endParaRPr lang="en-GB" sz="1500" dirty="0">
                        <a:latin typeface="Corbel" panose="020B0503020204020204" pitchFamily="34" charset="0"/>
                      </a:endParaRPr>
                    </a:p>
                  </a:txBody>
                  <a:tcPr marL="72229" marR="72229" marT="36114" marB="36114"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Corbel" panose="020B0503020204020204" pitchFamily="34" charset="0"/>
                        </a:rPr>
                        <a:t>Tshenolo</a:t>
                      </a:r>
                      <a:endParaRPr lang="en-GB" sz="1500" dirty="0">
                        <a:latin typeface="Corbel" panose="020B0503020204020204" pitchFamily="34" charset="0"/>
                      </a:endParaRPr>
                    </a:p>
                  </a:txBody>
                  <a:tcPr marL="72229" marR="72229" marT="36114" marB="36114"/>
                </a:tc>
                <a:extLst>
                  <a:ext uri="{0D108BD9-81ED-4DB2-BD59-A6C34878D82A}">
                    <a16:rowId xmlns:a16="http://schemas.microsoft.com/office/drawing/2014/main" val="2156864057"/>
                  </a:ext>
                </a:extLst>
              </a:tr>
              <a:tr h="506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500" b="0" i="0" u="none" strike="noStrike">
                          <a:solidFill>
                            <a:srgbClr val="000000"/>
                          </a:solidFill>
                          <a:effectLst/>
                          <a:latin typeface="Corbel" panose="020B0503020204020204" pitchFamily="34" charset="0"/>
                        </a:rPr>
                        <a:t>Sandfire/Motheo Copper</a:t>
                      </a: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orbel" panose="020B0503020204020204" pitchFamily="34" charset="0"/>
                        </a:rPr>
                        <a:t>Gross sell from GLA. Awaiting introduction/engagement dates/plan.</a:t>
                      </a: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Corbel" panose="020B0503020204020204" pitchFamily="34" charset="0"/>
                        </a:rPr>
                        <a:t>Work in progress</a:t>
                      </a:r>
                      <a:endParaRPr lang="en-GB" sz="1500" dirty="0">
                        <a:latin typeface="Corbel" panose="020B0503020204020204" pitchFamily="34" charset="0"/>
                      </a:endParaRPr>
                    </a:p>
                  </a:txBody>
                  <a:tcPr marL="72229" marR="72229" marT="36114" marB="36114"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Corbel" panose="020B0503020204020204" pitchFamily="34" charset="0"/>
                        </a:rPr>
                        <a:t>Tirelo</a:t>
                      </a:r>
                      <a:endParaRPr lang="en-GB" sz="1500" dirty="0">
                        <a:latin typeface="Corbel" panose="020B0503020204020204" pitchFamily="34" charset="0"/>
                      </a:endParaRPr>
                    </a:p>
                  </a:txBody>
                  <a:tcPr marL="72229" marR="72229" marT="36114" marB="36114"/>
                </a:tc>
                <a:extLst>
                  <a:ext uri="{0D108BD9-81ED-4DB2-BD59-A6C34878D82A}">
                    <a16:rowId xmlns:a16="http://schemas.microsoft.com/office/drawing/2014/main" val="651473847"/>
                  </a:ext>
                </a:extLst>
              </a:tr>
              <a:tr h="35773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500" b="0" i="0" u="none" strike="noStrike">
                          <a:solidFill>
                            <a:srgbClr val="000000"/>
                          </a:solidFill>
                          <a:effectLst/>
                          <a:latin typeface="Corbel" panose="020B0503020204020204" pitchFamily="34" charset="0"/>
                        </a:rPr>
                        <a:t>Sesiro/JUP</a:t>
                      </a: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orbel" panose="020B0503020204020204" pitchFamily="34" charset="0"/>
                        </a:rPr>
                        <a:t>On track for August 2026</a:t>
                      </a: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Corbel" panose="020B0503020204020204" pitchFamily="34" charset="0"/>
                        </a:rPr>
                        <a:t>Work in progress</a:t>
                      </a:r>
                      <a:endParaRPr lang="en-GB" sz="1500" dirty="0">
                        <a:latin typeface="Corbel" panose="020B0503020204020204" pitchFamily="34" charset="0"/>
                      </a:endParaRPr>
                    </a:p>
                  </a:txBody>
                  <a:tcPr marL="72229" marR="72229" marT="36114" marB="36114"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Corbel" panose="020B0503020204020204" pitchFamily="34" charset="0"/>
                        </a:rPr>
                        <a:t>Tirelo</a:t>
                      </a:r>
                      <a:endParaRPr lang="en-GB" sz="1500" dirty="0">
                        <a:latin typeface="Corbel" panose="020B0503020204020204" pitchFamily="34" charset="0"/>
                      </a:endParaRPr>
                    </a:p>
                  </a:txBody>
                  <a:tcPr marL="72229" marR="72229" marT="36114" marB="36114"/>
                </a:tc>
                <a:extLst>
                  <a:ext uri="{0D108BD9-81ED-4DB2-BD59-A6C34878D82A}">
                    <a16:rowId xmlns:a16="http://schemas.microsoft.com/office/drawing/2014/main" val="218350917"/>
                  </a:ext>
                </a:extLst>
              </a:tr>
              <a:tr h="506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500" b="0" i="0" u="none" strike="noStrike">
                          <a:solidFill>
                            <a:srgbClr val="000000"/>
                          </a:solidFill>
                          <a:effectLst/>
                          <a:latin typeface="Corbel" panose="020B0503020204020204" pitchFamily="34" charset="0"/>
                        </a:rPr>
                        <a:t>Mupane Gold Mining</a:t>
                      </a: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orbel" panose="020B0503020204020204" pitchFamily="34" charset="0"/>
                        </a:rPr>
                        <a:t>Before the Court Of Appeal. </a:t>
                      </a: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Corbel" panose="020B0503020204020204" pitchFamily="34" charset="0"/>
                        </a:rPr>
                        <a:t>Work in progress</a:t>
                      </a:r>
                      <a:endParaRPr lang="en-GB" sz="1500" dirty="0">
                        <a:latin typeface="Corbel" panose="020B0503020204020204" pitchFamily="34" charset="0"/>
                      </a:endParaRPr>
                    </a:p>
                  </a:txBody>
                  <a:tcPr marL="72229" marR="72229" marT="36114" marB="36114"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Corbel" panose="020B0503020204020204" pitchFamily="34" charset="0"/>
                        </a:rPr>
                        <a:t>Tirelo</a:t>
                      </a:r>
                      <a:endParaRPr lang="en-GB" sz="1500" dirty="0">
                        <a:latin typeface="Corbel" panose="020B0503020204020204" pitchFamily="34" charset="0"/>
                      </a:endParaRPr>
                    </a:p>
                  </a:txBody>
                  <a:tcPr marL="72229" marR="72229" marT="36114" marB="36114"/>
                </a:tc>
                <a:extLst>
                  <a:ext uri="{0D108BD9-81ED-4DB2-BD59-A6C34878D82A}">
                    <a16:rowId xmlns:a16="http://schemas.microsoft.com/office/drawing/2014/main" val="5513881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88873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685</Words>
  <Application>Microsoft Office PowerPoint</Application>
  <PresentationFormat>Widescreen</PresentationFormat>
  <Paragraphs>126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Corbel</vt:lpstr>
      <vt:lpstr>Courier New</vt:lpstr>
      <vt:lpstr>Office Theme</vt:lpstr>
      <vt:lpstr>WAR ROOM</vt:lpstr>
      <vt:lpstr>CONTENTS</vt:lpstr>
      <vt:lpstr>CLIENT ENGAGEMENT: GREET &amp; MEET SESSIONS</vt:lpstr>
      <vt:lpstr>CLIENT ENGAGEMENT: GREET &amp; MEET SESSIONS</vt:lpstr>
      <vt:lpstr>Current Engagement Status</vt:lpstr>
      <vt:lpstr>CLIENT APPROACH PLAN</vt:lpstr>
      <vt:lpstr>CLIENT ENGAGEMENT: GREET &amp; MEET SESSIONS</vt:lpstr>
      <vt:lpstr>2. Intended Upcoming Client Training </vt:lpstr>
      <vt:lpstr>CONTINUATION - Training Roadmap </vt:lpstr>
      <vt:lpstr>CONTINUATION - Training Outcomes </vt:lpstr>
      <vt:lpstr>Active Leads &amp; Pipeline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Tshenolo Mokonopi</dc:creator>
  <cp:lastModifiedBy>Tshenolo Mokonopi</cp:lastModifiedBy>
  <cp:revision>3</cp:revision>
  <dcterms:created xsi:type="dcterms:W3CDTF">2026-03-09T14:24:15Z</dcterms:created>
  <dcterms:modified xsi:type="dcterms:W3CDTF">2026-03-10T07:32:20Z</dcterms:modified>
</cp:coreProperties>
</file>